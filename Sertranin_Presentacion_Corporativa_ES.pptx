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e95c4bd9ca4bfd" /><Relationship Type="http://schemas.openxmlformats.org/officeDocument/2006/relationships/extended-properties" Target="/docProps/app.xml" Id="Rfcfaa4d854ff4c3b" /><Relationship Type="http://schemas.openxmlformats.org/officeDocument/2006/relationships/officeDocument" Target="/ppt/presentation.xml" Id="Rda9a3c66e75b4abe" /></Relationships>
</file>

<file path=ppt/presentation.xml><?xml version="1.0" encoding="utf-8"?>
<p:presentation xmlns:p="http://schemas.openxmlformats.org/presentationml/2006/main">
  <p:sldMasterIdLst>
    <p:sldMasterId xmlns:r="http://schemas.openxmlformats.org/officeDocument/2006/relationships" id="2147483648" r:id="Rd66409a92f5b4e50"/>
  </p:sldMasterIdLst>
  <p:notesMasterIdLst>
    <p:notesMasterId xmlns:r="http://schemas.openxmlformats.org/officeDocument/2006/relationships" r:id="R3d02d94da64442ba"/>
  </p:notesMasterIdLst>
  <p:sldIdLst>
    <p:sldId xmlns:r="http://schemas.openxmlformats.org/officeDocument/2006/relationships" id="256" r:id="Rab9fa3bf9439445c"/>
    <p:sldId xmlns:r="http://schemas.openxmlformats.org/officeDocument/2006/relationships" id="257" r:id="R561a1831be51420e"/>
    <p:sldId xmlns:r="http://schemas.openxmlformats.org/officeDocument/2006/relationships" id="258" r:id="R612d52640a9a4522"/>
    <p:sldId xmlns:r="http://schemas.openxmlformats.org/officeDocument/2006/relationships" id="259" r:id="R7fff96f61e7341e3"/>
    <p:sldId xmlns:r="http://schemas.openxmlformats.org/officeDocument/2006/relationships" id="260" r:id="R59bc8cba8ebb4f05"/>
    <p:sldId xmlns:r="http://schemas.openxmlformats.org/officeDocument/2006/relationships" id="261" r:id="R23b110ad44204c5e"/>
    <p:sldId xmlns:r="http://schemas.openxmlformats.org/officeDocument/2006/relationships" id="262" r:id="Rdf54573a5f3e4e45"/>
    <p:sldId xmlns:r="http://schemas.openxmlformats.org/officeDocument/2006/relationships" id="263" r:id="Re91d56de33a046de"/>
    <p:sldId xmlns:r="http://schemas.openxmlformats.org/officeDocument/2006/relationships" id="264" r:id="R5794e35247d54560"/>
    <p:sldId xmlns:r="http://schemas.openxmlformats.org/officeDocument/2006/relationships" id="265" r:id="Rdcad458d95654fec"/>
    <p:sldId xmlns:r="http://schemas.openxmlformats.org/officeDocument/2006/relationships" id="266" r:id="Rc11f96993d0f4315"/>
    <p:sldId xmlns:r="http://schemas.openxmlformats.org/officeDocument/2006/relationships" id="267" r:id="Rb297b108e9124d6b"/>
    <p:sldId xmlns:r="http://schemas.openxmlformats.org/officeDocument/2006/relationships" id="268" r:id="R70d88188fef74491"/>
    <p:sldId xmlns:r="http://schemas.openxmlformats.org/officeDocument/2006/relationships" id="269" r:id="R5633b8a76e0e4961"/>
    <p:sldId xmlns:r="http://schemas.openxmlformats.org/officeDocument/2006/relationships" id="270" r:id="Rf0a839c7ff0b4bd6"/>
    <p:sldId xmlns:r="http://schemas.openxmlformats.org/officeDocument/2006/relationships" id="271" r:id="R5482ba3e13564d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bb3adaea6a4363" /><Relationship Type="http://schemas.openxmlformats.org/officeDocument/2006/relationships/slideMaster" Target="/ppt/slideMasters/slideMaster1.xml" Id="Rd66409a92f5b4e50" /><Relationship Type="http://schemas.openxmlformats.org/officeDocument/2006/relationships/notesMaster" Target="/ppt/notesMasters/notesMaster1.xml" Id="R3d02d94da64442ba" /><Relationship Type="http://schemas.openxmlformats.org/officeDocument/2006/relationships/presProps" Target="/ppt/presProps.xml" Id="R5c254013fbdc4506" /><Relationship Type="http://schemas.openxmlformats.org/officeDocument/2006/relationships/tableStyles" Target="/ppt/tableStyles.xml" Id="Re4185110ffa9468b" /><Relationship Type="http://schemas.openxmlformats.org/officeDocument/2006/relationships/slide" Target="/ppt/slides/slide1.xml" Id="Rab9fa3bf9439445c" /><Relationship Type="http://schemas.openxmlformats.org/officeDocument/2006/relationships/slide" Target="/ppt/slides/slide2.xml" Id="R561a1831be51420e" /><Relationship Type="http://schemas.openxmlformats.org/officeDocument/2006/relationships/slide" Target="/ppt/slides/slide3.xml" Id="R612d52640a9a4522" /><Relationship Type="http://schemas.openxmlformats.org/officeDocument/2006/relationships/slide" Target="/ppt/slides/slide4.xml" Id="R7fff96f61e7341e3" /><Relationship Type="http://schemas.openxmlformats.org/officeDocument/2006/relationships/slide" Target="/ppt/slides/slide5.xml" Id="R59bc8cba8ebb4f05" /><Relationship Type="http://schemas.openxmlformats.org/officeDocument/2006/relationships/slide" Target="/ppt/slides/slide6.xml" Id="R23b110ad44204c5e" /><Relationship Type="http://schemas.openxmlformats.org/officeDocument/2006/relationships/slide" Target="/ppt/slides/slide7.xml" Id="Rdf54573a5f3e4e45" /><Relationship Type="http://schemas.openxmlformats.org/officeDocument/2006/relationships/slide" Target="/ppt/slides/slide8.xml" Id="Re91d56de33a046de" /><Relationship Type="http://schemas.openxmlformats.org/officeDocument/2006/relationships/slide" Target="/ppt/slides/slide9.xml" Id="R5794e35247d54560" /><Relationship Type="http://schemas.openxmlformats.org/officeDocument/2006/relationships/slide" Target="/ppt/slides/slide10.xml" Id="Rdcad458d95654fec" /><Relationship Type="http://schemas.openxmlformats.org/officeDocument/2006/relationships/slide" Target="/ppt/slides/slide11.xml" Id="Rc11f96993d0f4315" /><Relationship Type="http://schemas.openxmlformats.org/officeDocument/2006/relationships/slide" Target="/ppt/slides/slide12.xml" Id="Rb297b108e9124d6b" /><Relationship Type="http://schemas.openxmlformats.org/officeDocument/2006/relationships/slide" Target="/ppt/slides/slide13.xml" Id="R70d88188fef74491" /><Relationship Type="http://schemas.openxmlformats.org/officeDocument/2006/relationships/slide" Target="/ppt/slides/slide14.xml" Id="R5633b8a76e0e4961" /><Relationship Type="http://schemas.openxmlformats.org/officeDocument/2006/relationships/slide" Target="/ppt/slides/slide15.xml" Id="Rf0a839c7ff0b4bd6" /><Relationship Type="http://schemas.openxmlformats.org/officeDocument/2006/relationships/slide" Target="/ppt/slides/slide16.xml" Id="R5482ba3e13564d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a2d34fcf574e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0a7c5933574bd9" /><Relationship Type="http://schemas.openxmlformats.org/officeDocument/2006/relationships/notesMaster" Target="/ppt/notesMasters/notesMaster1.xml" Id="R829d4975e6cd48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1ee46fc76746b1" /><Relationship Type="http://schemas.openxmlformats.org/officeDocument/2006/relationships/notesMaster" Target="/ppt/notesMasters/notesMaster1.xml" Id="R1f90141c648747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8fc47b2f954c4a" /><Relationship Type="http://schemas.openxmlformats.org/officeDocument/2006/relationships/notesMaster" Target="/ppt/notesMasters/notesMaster1.xml" Id="R2308829295564e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1d65631d2b40e8" /><Relationship Type="http://schemas.openxmlformats.org/officeDocument/2006/relationships/notesMaster" Target="/ppt/notesMasters/notesMaster1.xml" Id="R8acae1c82e2d45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cb6f74f2454d82" /><Relationship Type="http://schemas.openxmlformats.org/officeDocument/2006/relationships/notesMaster" Target="/ppt/notesMasters/notesMaster1.xml" Id="R89b3b998d8d944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4ae054f5894f42" /><Relationship Type="http://schemas.openxmlformats.org/officeDocument/2006/relationships/notesMaster" Target="/ppt/notesMasters/notesMaster1.xml" Id="R41d0bc0aa79346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b34ab24d7b48a2" /><Relationship Type="http://schemas.openxmlformats.org/officeDocument/2006/relationships/notesMaster" Target="/ppt/notesMasters/notesMaster1.xml" Id="R23e0dcaba07542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8f0725b8ea477e" /><Relationship Type="http://schemas.openxmlformats.org/officeDocument/2006/relationships/notesMaster" Target="/ppt/notesMasters/notesMaster1.xml" Id="Rd77d806450a640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6f8885919f4667" /><Relationship Type="http://schemas.openxmlformats.org/officeDocument/2006/relationships/notesMaster" Target="/ppt/notesMasters/notesMaster1.xml" Id="Ref3082e3e19042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110c90f7a14ee3" /><Relationship Type="http://schemas.openxmlformats.org/officeDocument/2006/relationships/notesMaster" Target="/ppt/notesMasters/notesMaster1.xml" Id="R5665244c17f94d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ebd8f5543046ca" /><Relationship Type="http://schemas.openxmlformats.org/officeDocument/2006/relationships/notesMaster" Target="/ppt/notesMasters/notesMaster1.xml" Id="Rcbeeb1ac7c3c42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c909c2448f4df9" /><Relationship Type="http://schemas.openxmlformats.org/officeDocument/2006/relationships/notesMaster" Target="/ppt/notesMasters/notesMaster1.xml" Id="Re66b38e8a9464b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62ae5bced6945d1" /><Relationship Type="http://schemas.openxmlformats.org/officeDocument/2006/relationships/notesMaster" Target="/ppt/notesMasters/notesMaster1.xml" Id="R99692dc06ed743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bc83c9baa94e96" /><Relationship Type="http://schemas.openxmlformats.org/officeDocument/2006/relationships/notesMaster" Target="/ppt/notesMasters/notesMaster1.xml" Id="R1cd914d4820044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d0c8fd15e14821" /><Relationship Type="http://schemas.openxmlformats.org/officeDocument/2006/relationships/notesMaster" Target="/ppt/notesMasters/notesMaster1.xml" Id="R4efaa05f72c84a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71f4747eb64eb1" /><Relationship Type="http://schemas.openxmlformats.org/officeDocument/2006/relationships/notesMaster" Target="/ppt/notesMasters/notesMaster1.xml" Id="R5ffcf6bbf66248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Sertranin se presenta como grupo logístico familiar fundado en 1996. Elena sitúa el encuentro en Piamonte y añade Portugal a los países de operación. Según su intervención, la empresa ya ha realizado transportes puntuales en Italia a petición de clientes, aunque todavía no tiene presencia estable.</a:t>
            </a:r>
          </a:p>
          <a:p xmlns:a="http://schemas.openxmlformats.org/drawingml/2006/main">
            <a:r>
              <a:t>Fuentes: PDF corporativo y documento de Elena facilitados para esta presentación. Fotografía: web corporativa de Sertranin.</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Avanza para revelar los cuatro hitos. La idea es mostrar la continuidad familiar y la ampliación del servicio al ritmo de los clientes.</a:t>
            </a:r>
          </a:p>
          <a:p xmlns:a="http://schemas.openxmlformats.org/drawingml/2006/main">
            <a:r>
              <a:t>Fuente: PDF corporativo facilitado.</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esquema resume el ciclo que la empresa declara cubrir. Elena añade la preparación de pedidos y subraya que el objetivo es liberar recursos del cliente para su actividad principal. No representa una secuencia obligatoria para todas las cargas. Avanza para revelar las cinco etapas.</a:t>
            </a:r>
          </a:p>
          <a:p xmlns:a="http://schemas.openxmlformats.org/drawingml/2006/main">
            <a:r>
              <a:t>Fuentes: PDF corporativo y documento de Elena facilitados.</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escena es interactiva. Haz clic en cualquiera de las ocho especialidades, o usa las flechas izquierda y derecha cuando el foco esté en las pestañas. Los detalles proceden del PDF corporativo. Para información comercial o técnica vigente, confirmar los datos con Sertranin.</a:t>
            </a:r>
          </a:p>
          <a:p xmlns:a="http://schemas.openxmlformats.org/drawingml/2006/main">
            <a:r>
              <a:t>Fotografías: web corporativa de Sertranin. Fuente de los textos: PDF corporativo facilitado.</a:t>
            </a:r>
          </a:p>
          <a:p xmlns:a="http://schemas.openxmlformats.org/drawingml/2006/main">
            <a:r>
              <a:t/>
            </a:r>
          </a:p>
          <a:p xmlns:a="http://schemas.openxmlformats.org/drawingml/2006/main">
            <a:r>
              <a:t>In PowerPoint, the eight interactive HTML tabs continue as four editable detail slides.</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escena es interactiva. Haz clic en cualquiera de las ocho especialidades, o usa las flechas izquierda y derecha cuando el foco esté en las pestañas. Los detalles proceden del PDF corporativo. Para información comercial o técnica vigente, confirmar los datos con Sertranin.</a:t>
            </a:r>
          </a:p>
          <a:p xmlns:a="http://schemas.openxmlformats.org/drawingml/2006/main">
            <a:r>
              <a:t>Fotografías: web corporativa de Sertranin. Fuente de los textos: PDF corporativo facilitado.</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escena es interactiva. Haz clic en cualquiera de las ocho especialidades, o usa las flechas izquierda y derecha cuando el foco esté en las pestañas. Los detalles proceden del PDF corporativo. Para información comercial o técnica vigente, confirmar los datos con Sertranin.</a:t>
            </a:r>
          </a:p>
          <a:p xmlns:a="http://schemas.openxmlformats.org/drawingml/2006/main">
            <a:r>
              <a:t>Fotografías: web corporativa de Sertranin. Fuente de los textos: PDF corporativo facilitado.</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escena es interactiva. Haz clic en cualquiera de las ocho especialidades, o usa las flechas izquierda y derecha cuando el foco esté en las pestañas. Los detalles proceden del PDF corporativo. Para información comercial o técnica vigente, confirmar los datos con Sertranin.</a:t>
            </a:r>
          </a:p>
          <a:p xmlns:a="http://schemas.openxmlformats.org/drawingml/2006/main">
            <a:r>
              <a:t>Fotografías: web corporativa de Sertranin. Fuente de los textos: PDF corporativo facilitado.</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escena es interactiva. Haz clic en cualquiera de las ocho especialidades, o usa las flechas izquierda y derecha cuando el foco esté en las pestañas. Los detalles proceden del PDF corporativo. Para información comercial o técnica vigente, confirmar los datos con Sertranin.</a:t>
            </a:r>
          </a:p>
          <a:p xmlns:a="http://schemas.openxmlformats.org/drawingml/2006/main">
            <a:r>
              <a:t>Fotografías: web corporativa de Sertranin. Fuente de los textos: PDF corporativo facilitado.</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Elena destaca tres tipos de remolque: basculantes, tauliners y pisos móviles. Automoción, química y retail son sectores objetivo, no una relación de clientes ya captados. Avanza para revelar los tres tipos de remolque.</a:t>
            </a:r>
          </a:p>
          <a:p xmlns:a="http://schemas.openxmlformats.org/drawingml/2006/main">
            <a:r>
              <a:t>Fuentes: documento de Elena facilitado y web corporativa de Sertranin para la terminología de flota.</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dossier sitúa la actividad de contenedores en Picassent, junto al Puerto de Valencia. Elena añade dos «bonded warehouses» en el área de Valencia y la posibilidad de gestionar despachos aduaneros bajo petición. No se identifican las direcciones ni la autorización de esos dos almacenes en los documentos aportados; confirmar su denominación y alcance antes de usarla como acreditación formal.</a:t>
            </a:r>
          </a:p>
          <a:p xmlns:a="http://schemas.openxmlformats.org/drawingml/2006/main">
            <a:r>
              <a:t>Fuentes: PDF corporativo y documento de Elena facilitados. Fotografía: web corporativa de Sertranin.</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Avanza para mostrar las cuatro cifras. El PDF declara certificaciones ISO 9001:2015 e ISO 14001:2015, pero no adjunta certificados; verificar su vigencia si se comparte como acreditación formal.</a:t>
            </a:r>
          </a:p>
          <a:p xmlns:a="http://schemas.openxmlformats.org/drawingml/2006/main">
            <a:r>
              <a:t>Fuente: PDF corporativo facilitado.</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dossier menciona cuatro ubicaciones, pero solo tres bases logísticas. Beniparrell figura como oficinas. Elena menciona además dos almacenes bajo régimen aduanero en el área de Valencia; el documento no aclara si coinciden con alguna de las instalaciones enumeradas aquí. No sumarlos a las tres bases.</a:t>
            </a:r>
          </a:p>
          <a:p xmlns:a="http://schemas.openxmlformats.org/drawingml/2006/main">
            <a:r>
              <a:t>Fuentes: PDF corporativo y documento de Elena facilitados.</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Elena añade Portugal a los países de actividad e indica que Sertranin ya ha realizado transportes en Italia por petición de clientes. La empresa todavía no tiene presencia estable en ese país. El esquema no demuestra una ruta regular, una oficina o una red local italiana.</a:t>
            </a:r>
          </a:p>
          <a:p xmlns:a="http://schemas.openxmlformats.org/drawingml/2006/main">
            <a:r>
              <a:t>Fuentes: PDF corporativo y documento de Elena facilitados.</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Elena orienta la búsqueda a socios en Italia y otros países de la UE, cuyas rutas, servicios o conocimiento local complementen los de Sertranin. El dossier menciona capilaridad en 24–48 horas; confirmar el compromiso aplicable a cada ruta y operación antes de hacer una oferta.</a:t>
            </a:r>
          </a:p>
          <a:p xmlns:a="http://schemas.openxmlformats.org/drawingml/2006/main">
            <a:r>
              <a:t>Fuentes: PDF corporativo y documento de Elena facilitados; sección de servicios de sertranin-transportes.es.</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escena recoge el propósito de las reuniones individuales del taller descrito por Elena. Abre la conversación con las capacidades, identifica necesidades de apoyo y termina en una oportunidad de colaboración concreta. No presupone un acuerdo ni un compromiso comercial. Avanza para revelar las tres preguntas.</a:t>
            </a:r>
          </a:p>
          <a:p xmlns:a="http://schemas.openxmlformats.org/drawingml/2006/main">
            <a:r>
              <a:t>Fuente: documento de Elena facilitado.</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Elena cierra su intervención invitando a conversar durante el taller. Datos de contacto tomados del PDF corporativo y contrastados con la web de Sertranin. Antes de distribuirla fuera de la organización, confirmar el alcance de los dos almacenes bajo régimen aduanero.</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d0b264bc5247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2b9f106cb994f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4ac89938aa46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87e700136f44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7b74fb6fc945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d753e0b24e46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DBCB9D-5A2E-43BA-8309-89514EB3EA3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C44E06-2DA4-4EF1-83A0-0EEEF462752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413E83-0901-4B39-A4DF-48EA06DDF6B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8BA259-54A2-4B41-A2B7-C407BB406D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66EAFE0-2D58-41BD-8E97-D0CE0E3C4A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CFB0CA2-CAF7-48D0-AB35-189DA7F210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E2CA74-82F1-4899-9665-FB73B0438D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DEE3B28-4FAD-4D95-B0ED-000842083BB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32DF4F-CE79-4261-BE98-5262F9D4DC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710C59-693D-47D4-BFAD-468E1E5934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ef41876b404ce5" /><Relationship Type="http://schemas.openxmlformats.org/officeDocument/2006/relationships/slideLayout" Target="/ppt/slideLayouts/slideLayout1.xml" Id="R3ecf2099d7cc4ab2" /><Relationship Type="http://schemas.openxmlformats.org/officeDocument/2006/relationships/slideLayout" Target="/ppt/slideLayouts/slideLayout2.xml" Id="R62d8926c104748d9" /><Relationship Type="http://schemas.openxmlformats.org/officeDocument/2006/relationships/slideLayout" Target="/ppt/slideLayouts/slideLayout3.xml" Id="R76fd4eb7bdc24b19" /><Relationship Type="http://schemas.openxmlformats.org/officeDocument/2006/relationships/slideLayout" Target="/ppt/slideLayouts/slideLayout4.xml" Id="Rca59f1f634b94030" /><Relationship Type="http://schemas.openxmlformats.org/officeDocument/2006/relationships/slideLayout" Target="/ppt/slideLayouts/slideLayout5.xml" Id="Re44171829b284e7c" /><Relationship Type="http://schemas.openxmlformats.org/officeDocument/2006/relationships/slideLayout" Target="/ppt/slideLayouts/slideLayout6.xml" Id="R55b926d9638c46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cf2099d7cc4ab2"/>
    <p:sldLayoutId xmlns:r="http://schemas.openxmlformats.org/officeDocument/2006/relationships" id="2147483650" r:id="R62d8926c104748d9"/>
    <p:sldLayoutId xmlns:r="http://schemas.openxmlformats.org/officeDocument/2006/relationships" id="2147483651" r:id="R76fd4eb7bdc24b19"/>
    <p:sldLayoutId xmlns:r="http://schemas.openxmlformats.org/officeDocument/2006/relationships" id="2147483652" r:id="Rca59f1f634b94030"/>
    <p:sldLayoutId xmlns:r="http://schemas.openxmlformats.org/officeDocument/2006/relationships" id="2147483653" r:id="Re44171829b284e7c"/>
    <p:sldLayoutId xmlns:r="http://schemas.openxmlformats.org/officeDocument/2006/relationships" id="2147483654" r:id="R55b926d9638c46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a951fb2b00405d" /><Relationship Type="http://schemas.openxmlformats.org/officeDocument/2006/relationships/image" Target="/ppt/media/image.png" Id="Ra8e1a03f7f7b4a0c" /><Relationship Type="http://schemas.openxmlformats.org/officeDocument/2006/relationships/image" Target="/ppt/media/image.jpeg" Id="R694c9c0b849848ad" /><Relationship Type="http://schemas.openxmlformats.org/officeDocument/2006/relationships/notesSlide" Target="/ppt/notesSlides/notesSlide1.xml" Id="R94597d96073841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c87a6a7bb534be2" /><Relationship Type="http://schemas.openxmlformats.org/officeDocument/2006/relationships/notesSlide" Target="/ppt/notesSlides/notesSlide2.xml" Id="R9edfc3aad45d45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db913fd9d4e4005" /><Relationship Type="http://schemas.openxmlformats.org/officeDocument/2006/relationships/notesSlide" Target="/ppt/notesSlides/notesSlide3.xml" Id="R86bd97d3d6be41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b5f885699b2414a" /><Relationship Type="http://schemas.openxmlformats.org/officeDocument/2006/relationships/notesSlide" Target="/ppt/notesSlides/notesSlide4.xml" Id="Ra3b021d43b7c48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d20dfc878554549" /><Relationship Type="http://schemas.openxmlformats.org/officeDocument/2006/relationships/image" Target="/ppt/media/image2.jpeg" Id="R83103129b1124fce" /><Relationship Type="http://schemas.openxmlformats.org/officeDocument/2006/relationships/image" Target="/ppt/media/image3.jpeg" Id="R12fcb04da16248bd" /><Relationship Type="http://schemas.openxmlformats.org/officeDocument/2006/relationships/notesSlide" Target="/ppt/notesSlides/notesSlide5.xml" Id="Rdb17fa0121bb41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2b538f5b264cbe" /><Relationship Type="http://schemas.openxmlformats.org/officeDocument/2006/relationships/image" Target="/ppt/media/image4.jpeg" Id="R5a5cae8b8cd54bb8" /><Relationship Type="http://schemas.openxmlformats.org/officeDocument/2006/relationships/image" Target="/ppt/media/image5.jpeg" Id="R68524545048944ec" /><Relationship Type="http://schemas.openxmlformats.org/officeDocument/2006/relationships/notesSlide" Target="/ppt/notesSlides/notesSlide6.xml" Id="R86ec8fe42d4f43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1d6b7f67e84c08" /><Relationship Type="http://schemas.openxmlformats.org/officeDocument/2006/relationships/image" Target="/ppt/media/image6.jpeg" Id="Rbf0dd4d7949847f9" /><Relationship Type="http://schemas.openxmlformats.org/officeDocument/2006/relationships/image" Target="/ppt/media/image7.jpeg" Id="R942a4e1a75f34a39" /><Relationship Type="http://schemas.openxmlformats.org/officeDocument/2006/relationships/notesSlide" Target="/ppt/notesSlides/notesSlide7.xml" Id="R6307ca1e12f746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30bfa64997f4e16" /><Relationship Type="http://schemas.openxmlformats.org/officeDocument/2006/relationships/image" Target="/ppt/media/image8.jpeg" Id="R5259d5fe4c804c85" /><Relationship Type="http://schemas.openxmlformats.org/officeDocument/2006/relationships/image" Target="/ppt/media/image9.jpeg" Id="Ra7ff19c73639474d" /><Relationship Type="http://schemas.openxmlformats.org/officeDocument/2006/relationships/notesSlide" Target="/ppt/notesSlides/notesSlide8.xml" Id="R33cea5fc8c7f4f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e76bf73c59948d0" /><Relationship Type="http://schemas.openxmlformats.org/officeDocument/2006/relationships/image" Target="/ppt/media/image10.jpeg" Id="Rf42f9d236f7c4ebf" /><Relationship Type="http://schemas.openxmlformats.org/officeDocument/2006/relationships/notesSlide" Target="/ppt/notesSlides/notesSlide9.xml" Id="R73e1e545519e43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5f92522b1694bdc" /><Relationship Type="http://schemas.openxmlformats.org/officeDocument/2006/relationships/image" Target="/ppt/media/image11.jpeg" Id="Ree0370eac61a472b" /><Relationship Type="http://schemas.openxmlformats.org/officeDocument/2006/relationships/notesSlide" Target="/ppt/notesSlides/notesSlide10.xml" Id="R47bb4093a86647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684242218c64e23" /><Relationship Type="http://schemas.openxmlformats.org/officeDocument/2006/relationships/notesSlide" Target="/ppt/notesSlides/notesSlide11.xml" Id="Rc23534f4768849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d85ae57a2c741bf" /><Relationship Type="http://schemas.openxmlformats.org/officeDocument/2006/relationships/notesSlide" Target="/ppt/notesSlides/notesSlide12.xml" Id="R7629ac5d4b6546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f4eb48077da47b7" /><Relationship Type="http://schemas.openxmlformats.org/officeDocument/2006/relationships/notesSlide" Target="/ppt/notesSlides/notesSlide13.xml" Id="R085e1f7b7bd341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ebe06ccb5404f30" /><Relationship Type="http://schemas.openxmlformats.org/officeDocument/2006/relationships/notesSlide" Target="/ppt/notesSlides/notesSlide14.xml" Id="R97c56b10cd954f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bc85179a3ea4227" /><Relationship Type="http://schemas.openxmlformats.org/officeDocument/2006/relationships/notesSlide" Target="/ppt/notesSlides/notesSlide15.xml" Id="R252451f3a82f41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5d2180e89424dcb" /><Relationship Type="http://schemas.openxmlformats.org/officeDocument/2006/relationships/image" Target="/ppt/media/image12.jpeg" Id="R7f6924ec1a90426a" /><Relationship Type="http://schemas.openxmlformats.org/officeDocument/2006/relationships/image" Target="/ppt/media/image2.png" Id="Ra3ef959c1f6242a1" /><Relationship Type="http://schemas.openxmlformats.org/officeDocument/2006/relationships/notesSlide" Target="/ppt/notesSlides/notesSlide16.xml" Id="R723a7a2bd4bf41b9" /></Relationships>
</file>

<file path=ppt/slides/slide1.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88CEC0-6729-4DD4-9E05-29F38DAA1DD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F4EC14E6-A1C4-4ECC-8B17-389A564A3C73}"/>
              </a:ext>
            </a:extLst>
          </p:cNvPr>
          <p:cNvPicPr>
            <a:picLocks xmlns:a="http://schemas.openxmlformats.org/drawingml/2006/main" noChangeAspect="1"/>
          </p:cNvPicPr>
          <p:nvPr/>
        </p:nvPicPr>
        <p:blipFill>
          <a:blip xmlns:r="http://schemas.openxmlformats.org/officeDocument/2006/relationships" xmlns:a="http://schemas.openxmlformats.org/drawingml/2006/main" r:embed="Ra8e1a03f7f7b4a0c"/>
          <a:stretch xmlns:a="http://schemas.openxmlformats.org/drawingml/2006/main"/>
        </p:blipFill>
        <p:spPr>
          <a:xfrm xmlns:a="http://schemas.openxmlformats.org/drawingml/2006/main">
            <a:off x="762935" y="352425"/>
            <a:ext cx="3331880" cy="4857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BB60A49-66E0-40A2-8DC5-82CE93B66743}"/>
              </a:ext>
            </a:extLst>
          </p:cNvPr>
          <p:cNvSpPr>
            <a:spLocks xmlns:a="http://schemas.openxmlformats.org/drawingml/2006/main" noGrp="1"/>
          </p:cNvSpPr>
          <p:nvPr/>
        </p:nvSpPr>
        <p:spPr>
          <a:xfrm xmlns:a="http://schemas.openxmlformats.org/drawingml/2006/main">
            <a:off x="762000" y="1219200"/>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F3AB889-F153-4A61-A3B5-7FACE9F442D4}"/>
              </a:ext>
            </a:extLst>
          </p:cNvPr>
          <p:cNvSpPr>
            <a:spLocks xmlns:a="http://schemas.openxmlformats.org/drawingml/2006/main" noGrp="1"/>
          </p:cNvSpPr>
          <p:nvPr/>
        </p:nvSpPr>
        <p:spPr>
          <a:xfrm xmlns:a="http://schemas.openxmlformats.org/drawingml/2006/main">
            <a:off x="1114425" y="113347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ENCUENTROS B2B EN PIAMONTE · GRUPO SERTRANIN</a:t>
            </a:r>
          </a:p>
        </p:txBody>
      </p:sp>
      <p:sp>
        <p:nvSpPr>
          <p:cNvPr id="5" name="">
            <a:extLst xmlns:a="http://schemas.openxmlformats.org/drawingml/2006/main">
              <a:ext uri="{FF2B5EF4-FFF2-40B4-BE49-F238E27FC236}">
                <a16:creationId xmlns:a16="http://schemas.microsoft.com/office/drawing/2014/main" id="{12A48A1E-F148-4180-84C6-4EF096FA0E37}"/>
              </a:ext>
            </a:extLst>
          </p:cNvPr>
          <p:cNvSpPr>
            <a:spLocks xmlns:a="http://schemas.openxmlformats.org/drawingml/2006/main" noGrp="1"/>
          </p:cNvSpPr>
          <p:nvPr/>
        </p:nvSpPr>
        <p:spPr>
          <a:xfrm xmlns:a="http://schemas.openxmlformats.org/drawingml/2006/main">
            <a:off x="762000" y="1638300"/>
            <a:ext cx="1066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025" b="0" i="0">
                <a:solidFill>
                  <a:srgbClr val="211D1A"/>
                </a:solidFill>
                <a:latin typeface="Georgia"/>
                <a:ea typeface="Georgia"/>
                <a:cs typeface="Georgia"/>
              </a:defRPr>
            </a:defPPr>
            <a:lvl1pPr algn="l">
              <a:defRPr sz="5025" b="0" i="0">
                <a:solidFill>
                  <a:srgbClr val="211D1A"/>
                </a:solidFill>
                <a:latin typeface="Georgia"/>
                <a:ea typeface="Georgia"/>
                <a:cs typeface="Georgia"/>
              </a:defRPr>
            </a:lvl1pPr>
            <a:lvl2pPr algn="l">
              <a:defRPr sz="5025" b="0" i="0">
                <a:solidFill>
                  <a:srgbClr val="211D1A"/>
                </a:solidFill>
                <a:latin typeface="Georgia"/>
                <a:ea typeface="Georgia"/>
                <a:cs typeface="Georgia"/>
              </a:defRPr>
            </a:lvl2pPr>
            <a:lvl3pPr algn="l">
              <a:defRPr sz="5025" b="0" i="0">
                <a:solidFill>
                  <a:srgbClr val="211D1A"/>
                </a:solidFill>
                <a:latin typeface="Georgia"/>
                <a:ea typeface="Georgia"/>
                <a:cs typeface="Georgia"/>
              </a:defRPr>
            </a:lvl3pPr>
            <a:lvl4pPr algn="l">
              <a:defRPr sz="5025" b="0" i="0">
                <a:solidFill>
                  <a:srgbClr val="211D1A"/>
                </a:solidFill>
                <a:latin typeface="Georgia"/>
                <a:ea typeface="Georgia"/>
                <a:cs typeface="Georgia"/>
              </a:defRPr>
            </a:lvl4pPr>
            <a:lvl5pPr algn="l">
              <a:defRPr sz="5025" b="0" i="0">
                <a:solidFill>
                  <a:srgbClr val="211D1A"/>
                </a:solidFill>
                <a:latin typeface="Georgia"/>
                <a:ea typeface="Georgia"/>
                <a:cs typeface="Georgia"/>
              </a:defRPr>
            </a:lvl5pPr>
            <a:lvl6pPr algn="l">
              <a:defRPr sz="5025" b="0" i="0">
                <a:solidFill>
                  <a:srgbClr val="211D1A"/>
                </a:solidFill>
                <a:latin typeface="Georgia"/>
                <a:ea typeface="Georgia"/>
                <a:cs typeface="Georgia"/>
              </a:defRPr>
            </a:lvl6pPr>
            <a:lvl7pPr algn="l">
              <a:defRPr sz="5025" b="0" i="0">
                <a:solidFill>
                  <a:srgbClr val="211D1A"/>
                </a:solidFill>
                <a:latin typeface="Georgia"/>
                <a:ea typeface="Georgia"/>
                <a:cs typeface="Georgia"/>
              </a:defRPr>
            </a:lvl7pPr>
            <a:lvl8pPr algn="l">
              <a:defRPr sz="5025" b="0" i="0">
                <a:solidFill>
                  <a:srgbClr val="211D1A"/>
                </a:solidFill>
                <a:latin typeface="Georgia"/>
                <a:ea typeface="Georgia"/>
                <a:cs typeface="Georgia"/>
              </a:defRPr>
            </a:lvl8pPr>
            <a:lvl9pPr algn="l">
              <a:defRPr sz="5025" b="0" i="0">
                <a:solidFill>
                  <a:srgbClr val="211D1A"/>
                </a:solidFill>
                <a:latin typeface="Georgia"/>
                <a:ea typeface="Georgia"/>
                <a:cs typeface="Georgia"/>
              </a:defRPr>
            </a:lvl9pPr>
          </a:lstStyle>
          <a:p xmlns:a="http://schemas.openxmlformats.org/drawingml/2006/main">
            <a:pPr algn="l">
              <a:lnSpc>
                <a:spcPct val="98000"/>
              </a:lnSpc>
              <a:buNone/>
              <a:defRPr sz="5025" b="0" i="0">
                <a:solidFill>
                  <a:srgbClr val="211D1A"/>
                </a:solidFill>
                <a:latin typeface="Georgia"/>
                <a:ea typeface="Georgia"/>
                <a:cs typeface="Georgia"/>
              </a:defRPr>
            </a:pPr>
            <a:r>
              <a:rPr sz="5025" b="0" i="0">
                <a:solidFill>
                  <a:srgbClr val="211D1A"/>
                </a:solidFill>
                <a:latin typeface="Georgia"/>
                <a:ea typeface="Georgia"/>
                <a:cs typeface="Georgia"/>
              </a:rPr>
              <a:t>La logística de una empresa familiar,</a:t>
            </a:r>
          </a:p>
        </p:txBody>
      </p:sp>
      <p:sp>
        <p:nvSpPr>
          <p:cNvPr id="6" name="">
            <a:extLst xmlns:a="http://schemas.openxmlformats.org/drawingml/2006/main">
              <a:ext uri="{FF2B5EF4-FFF2-40B4-BE49-F238E27FC236}">
                <a16:creationId xmlns:a16="http://schemas.microsoft.com/office/drawing/2014/main" id="{176DF2A9-E3B1-421C-80D1-69239B20EAA6}"/>
              </a:ext>
            </a:extLst>
          </p:cNvPr>
          <p:cNvSpPr>
            <a:spLocks xmlns:a="http://schemas.openxmlformats.org/drawingml/2006/main" noGrp="1"/>
          </p:cNvSpPr>
          <p:nvPr/>
        </p:nvSpPr>
        <p:spPr>
          <a:xfrm xmlns:a="http://schemas.openxmlformats.org/drawingml/2006/main">
            <a:off x="762000" y="2581275"/>
            <a:ext cx="1066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0" i="1">
                <a:solidFill>
                  <a:srgbClr val="CF1727"/>
                </a:solidFill>
                <a:latin typeface="Georgia"/>
                <a:ea typeface="Georgia"/>
                <a:cs typeface="Georgia"/>
              </a:defRPr>
            </a:defPPr>
            <a:lvl1pPr algn="l">
              <a:defRPr sz="4950" b="0" i="1">
                <a:solidFill>
                  <a:srgbClr val="CF1727"/>
                </a:solidFill>
                <a:latin typeface="Georgia"/>
                <a:ea typeface="Georgia"/>
                <a:cs typeface="Georgia"/>
              </a:defRPr>
            </a:lvl1pPr>
            <a:lvl2pPr algn="l">
              <a:defRPr sz="4950" b="0" i="1">
                <a:solidFill>
                  <a:srgbClr val="CF1727"/>
                </a:solidFill>
                <a:latin typeface="Georgia"/>
                <a:ea typeface="Georgia"/>
                <a:cs typeface="Georgia"/>
              </a:defRPr>
            </a:lvl2pPr>
            <a:lvl3pPr algn="l">
              <a:defRPr sz="4950" b="0" i="1">
                <a:solidFill>
                  <a:srgbClr val="CF1727"/>
                </a:solidFill>
                <a:latin typeface="Georgia"/>
                <a:ea typeface="Georgia"/>
                <a:cs typeface="Georgia"/>
              </a:defRPr>
            </a:lvl3pPr>
            <a:lvl4pPr algn="l">
              <a:defRPr sz="4950" b="0" i="1">
                <a:solidFill>
                  <a:srgbClr val="CF1727"/>
                </a:solidFill>
                <a:latin typeface="Georgia"/>
                <a:ea typeface="Georgia"/>
                <a:cs typeface="Georgia"/>
              </a:defRPr>
            </a:lvl4pPr>
            <a:lvl5pPr algn="l">
              <a:defRPr sz="4950" b="0" i="1">
                <a:solidFill>
                  <a:srgbClr val="CF1727"/>
                </a:solidFill>
                <a:latin typeface="Georgia"/>
                <a:ea typeface="Georgia"/>
                <a:cs typeface="Georgia"/>
              </a:defRPr>
            </a:lvl5pPr>
            <a:lvl6pPr algn="l">
              <a:defRPr sz="4950" b="0" i="1">
                <a:solidFill>
                  <a:srgbClr val="CF1727"/>
                </a:solidFill>
                <a:latin typeface="Georgia"/>
                <a:ea typeface="Georgia"/>
                <a:cs typeface="Georgia"/>
              </a:defRPr>
            </a:lvl6pPr>
            <a:lvl7pPr algn="l">
              <a:defRPr sz="4950" b="0" i="1">
                <a:solidFill>
                  <a:srgbClr val="CF1727"/>
                </a:solidFill>
                <a:latin typeface="Georgia"/>
                <a:ea typeface="Georgia"/>
                <a:cs typeface="Georgia"/>
              </a:defRPr>
            </a:lvl7pPr>
            <a:lvl8pPr algn="l">
              <a:defRPr sz="4950" b="0" i="1">
                <a:solidFill>
                  <a:srgbClr val="CF1727"/>
                </a:solidFill>
                <a:latin typeface="Georgia"/>
                <a:ea typeface="Georgia"/>
                <a:cs typeface="Georgia"/>
              </a:defRPr>
            </a:lvl8pPr>
            <a:lvl9pPr algn="l">
              <a:defRPr sz="4950" b="0" i="1">
                <a:solidFill>
                  <a:srgbClr val="CF1727"/>
                </a:solidFill>
                <a:latin typeface="Georgia"/>
                <a:ea typeface="Georgia"/>
                <a:cs typeface="Georgia"/>
              </a:defRPr>
            </a:lvl9pPr>
          </a:lstStyle>
          <a:p xmlns:a="http://schemas.openxmlformats.org/drawingml/2006/main">
            <a:pPr algn="l">
              <a:lnSpc>
                <a:spcPct val="98000"/>
              </a:lnSpc>
              <a:buNone/>
              <a:defRPr sz="4950" b="0" i="1">
                <a:solidFill>
                  <a:srgbClr val="CF1727"/>
                </a:solidFill>
                <a:latin typeface="Georgia"/>
                <a:ea typeface="Georgia"/>
                <a:cs typeface="Georgia"/>
              </a:defRPr>
            </a:pPr>
            <a:r>
              <a:rPr sz="4950" b="0" i="1">
                <a:solidFill>
                  <a:srgbClr val="CF1727"/>
                </a:solidFill>
                <a:latin typeface="Georgia"/>
                <a:ea typeface="Georgia"/>
                <a:cs typeface="Georgia"/>
              </a:rPr>
              <a:t>lista para cruzar fronteras</a:t>
            </a:r>
          </a:p>
        </p:txBody>
      </p:sp>
      <p:sp>
        <p:nvSpPr>
          <p:cNvPr id="7" name="">
            <a:extLst xmlns:a="http://schemas.openxmlformats.org/drawingml/2006/main">
              <a:ext uri="{FF2B5EF4-FFF2-40B4-BE49-F238E27FC236}">
                <a16:creationId xmlns:a16="http://schemas.microsoft.com/office/drawing/2014/main" id="{EE9A70F1-1D7C-4122-8705-AB03CD88C2C0}"/>
              </a:ext>
            </a:extLst>
          </p:cNvPr>
          <p:cNvSpPr>
            <a:spLocks xmlns:a="http://schemas.openxmlformats.org/drawingml/2006/main" noGrp="1"/>
          </p:cNvSpPr>
          <p:nvPr/>
        </p:nvSpPr>
        <p:spPr>
          <a:xfrm xmlns:a="http://schemas.openxmlformats.org/drawingml/2006/main">
            <a:off x="762000" y="3609975"/>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i="0">
                <a:solidFill>
                  <a:srgbClr val="211D1A"/>
                </a:solidFill>
                <a:latin typeface="Arial"/>
                <a:ea typeface="Arial"/>
                <a:cs typeface="Arial"/>
              </a:defRPr>
            </a:defPPr>
            <a:lvl1pPr algn="l">
              <a:defRPr sz="1800" b="0" i="0">
                <a:solidFill>
                  <a:srgbClr val="211D1A"/>
                </a:solidFill>
                <a:latin typeface="Arial"/>
                <a:ea typeface="Arial"/>
                <a:cs typeface="Arial"/>
              </a:defRPr>
            </a:lvl1pPr>
            <a:lvl2pPr algn="l">
              <a:defRPr sz="1800" b="0" i="0">
                <a:solidFill>
                  <a:srgbClr val="211D1A"/>
                </a:solidFill>
                <a:latin typeface="Arial"/>
                <a:ea typeface="Arial"/>
                <a:cs typeface="Arial"/>
              </a:defRPr>
            </a:lvl2pPr>
            <a:lvl3pPr algn="l">
              <a:defRPr sz="1800" b="0" i="0">
                <a:solidFill>
                  <a:srgbClr val="211D1A"/>
                </a:solidFill>
                <a:latin typeface="Arial"/>
                <a:ea typeface="Arial"/>
                <a:cs typeface="Arial"/>
              </a:defRPr>
            </a:lvl3pPr>
            <a:lvl4pPr algn="l">
              <a:defRPr sz="1800" b="0" i="0">
                <a:solidFill>
                  <a:srgbClr val="211D1A"/>
                </a:solidFill>
                <a:latin typeface="Arial"/>
                <a:ea typeface="Arial"/>
                <a:cs typeface="Arial"/>
              </a:defRPr>
            </a:lvl4pPr>
            <a:lvl5pPr algn="l">
              <a:defRPr sz="1800" b="0" i="0">
                <a:solidFill>
                  <a:srgbClr val="211D1A"/>
                </a:solidFill>
                <a:latin typeface="Arial"/>
                <a:ea typeface="Arial"/>
                <a:cs typeface="Arial"/>
              </a:defRPr>
            </a:lvl5pPr>
            <a:lvl6pPr algn="l">
              <a:defRPr sz="1800" b="0" i="0">
                <a:solidFill>
                  <a:srgbClr val="211D1A"/>
                </a:solidFill>
                <a:latin typeface="Arial"/>
                <a:ea typeface="Arial"/>
                <a:cs typeface="Arial"/>
              </a:defRPr>
            </a:lvl6pPr>
            <a:lvl7pPr algn="l">
              <a:defRPr sz="1800" b="0" i="0">
                <a:solidFill>
                  <a:srgbClr val="211D1A"/>
                </a:solidFill>
                <a:latin typeface="Arial"/>
                <a:ea typeface="Arial"/>
                <a:cs typeface="Arial"/>
              </a:defRPr>
            </a:lvl7pPr>
            <a:lvl8pPr algn="l">
              <a:defRPr sz="1800" b="0" i="0">
                <a:solidFill>
                  <a:srgbClr val="211D1A"/>
                </a:solidFill>
                <a:latin typeface="Arial"/>
                <a:ea typeface="Arial"/>
                <a:cs typeface="Arial"/>
              </a:defRPr>
            </a:lvl8pPr>
            <a:lvl9pPr algn="l">
              <a:defRPr sz="1800" b="0" i="0">
                <a:solidFill>
                  <a:srgbClr val="211D1A"/>
                </a:solidFill>
                <a:latin typeface="Arial"/>
                <a:ea typeface="Arial"/>
                <a:cs typeface="Arial"/>
              </a:defRPr>
            </a:lvl9pPr>
          </a:lstStyle>
          <a:p xmlns:a="http://schemas.openxmlformats.org/drawingml/2006/main">
            <a:pPr algn="l">
              <a:lnSpc>
                <a:spcPct val="102000"/>
              </a:lnSpc>
              <a:buNone/>
              <a:defRPr sz="1800" b="0" i="0">
                <a:solidFill>
                  <a:srgbClr val="211D1A"/>
                </a:solidFill>
                <a:latin typeface="Arial"/>
                <a:ea typeface="Arial"/>
                <a:cs typeface="Arial"/>
              </a:defRPr>
            </a:pPr>
            <a:r>
              <a:rPr sz="1800" b="0" i="0">
                <a:solidFill>
                  <a:srgbClr val="211D1A"/>
                </a:solidFill>
                <a:latin typeface="Arial"/>
                <a:ea typeface="Arial"/>
                <a:cs typeface="Arial"/>
              </a:rPr>
              <a:t>Transporte y logística desde la recogida hasta la entrega final.</a:t>
            </a:r>
          </a:p>
        </p:txBody>
      </p:sp>
      <p:pic>
        <p:nvPicPr>
          <p:cNvPr id="8" name="">
            <a:extLst xmlns:a="http://schemas.openxmlformats.org/drawingml/2006/main">
              <a:ext uri="{FF2B5EF4-FFF2-40B4-BE49-F238E27FC236}">
                <a16:creationId xmlns:a16="http://schemas.microsoft.com/office/drawing/2014/main" id="{F333DD62-BFF3-4D2C-80EF-565926BE9DF0}"/>
              </a:ext>
            </a:extLst>
          </p:cNvPr>
          <p:cNvPicPr>
            <a:picLocks xmlns:a="http://schemas.openxmlformats.org/drawingml/2006/main" noChangeAspect="1"/>
          </p:cNvPicPr>
          <p:nvPr/>
        </p:nvPicPr>
        <p:blipFill>
          <a:blip xmlns:r="http://schemas.openxmlformats.org/officeDocument/2006/relationships" xmlns:a="http://schemas.openxmlformats.org/drawingml/2006/main" r:embed="R694c9c0b849848ad"/>
          <a:srcRect xmlns:a="http://schemas.openxmlformats.org/drawingml/2006/main" l="0" t="27782" r="0" b="27782"/>
          <a:stretch xmlns:a="http://schemas.openxmlformats.org/drawingml/2006/main">
            <a:fillRect l="0" t="0" r="0" b="0"/>
          </a:stretch>
        </p:blipFill>
        <p:spPr>
          <a:xfrm xmlns:a="http://schemas.openxmlformats.org/drawingml/2006/main">
            <a:off x="0" y="4362450"/>
            <a:ext cx="12192000" cy="24955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E682A53-5B5A-4602-B106-3D6A9C7E75D8}"/>
              </a:ext>
            </a:extLst>
          </p:cNvPr>
          <p:cNvSpPr>
            <a:spLocks xmlns:a="http://schemas.openxmlformats.org/drawingml/2006/main" noGrp="1"/>
          </p:cNvSpPr>
          <p:nvPr/>
        </p:nvSpPr>
        <p:spPr>
          <a:xfrm xmlns:a="http://schemas.openxmlformats.org/drawingml/2006/main">
            <a:off x="0" y="5981700"/>
            <a:ext cx="12192000" cy="876300"/>
          </a:xfrm>
          <a:prstGeom xmlns:a="http://schemas.openxmlformats.org/drawingml/2006/main" prst="rect">
            <a:avLst/>
          </a:prstGeom>
          <a:solidFill xmlns:a="http://schemas.openxmlformats.org/drawingml/2006/main">
            <a:srgbClr val="21191A">
              <a:alpha val="65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55EC50A-3E18-450F-A92A-B289201FB6E4}"/>
              </a:ext>
            </a:extLst>
          </p:cNvPr>
          <p:cNvSpPr>
            <a:spLocks xmlns:a="http://schemas.openxmlformats.org/drawingml/2006/main" noGrp="1"/>
          </p:cNvSpPr>
          <p:nvPr/>
        </p:nvSpPr>
        <p:spPr>
          <a:xfrm xmlns:a="http://schemas.openxmlformats.org/drawingml/2006/main">
            <a:off x="762000" y="6115050"/>
            <a:ext cx="8096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FFFFF"/>
                </a:solidFill>
                <a:latin typeface="Arial"/>
                <a:ea typeface="Arial"/>
                <a:cs typeface="Arial"/>
              </a:defRPr>
            </a:defPPr>
            <a:lvl1pPr algn="l">
              <a:defRPr sz="1275" b="1" i="0">
                <a:solidFill>
                  <a:srgbClr val="FFFFFF"/>
                </a:solidFill>
                <a:latin typeface="Arial"/>
                <a:ea typeface="Arial"/>
                <a:cs typeface="Arial"/>
              </a:defRPr>
            </a:lvl1pPr>
            <a:lvl2pPr algn="l">
              <a:defRPr sz="1275" b="1" i="0">
                <a:solidFill>
                  <a:srgbClr val="FFFFFF"/>
                </a:solidFill>
                <a:latin typeface="Arial"/>
                <a:ea typeface="Arial"/>
                <a:cs typeface="Arial"/>
              </a:defRPr>
            </a:lvl2pPr>
            <a:lvl3pPr algn="l">
              <a:defRPr sz="1275" b="1" i="0">
                <a:solidFill>
                  <a:srgbClr val="FFFFFF"/>
                </a:solidFill>
                <a:latin typeface="Arial"/>
                <a:ea typeface="Arial"/>
                <a:cs typeface="Arial"/>
              </a:defRPr>
            </a:lvl3pPr>
            <a:lvl4pPr algn="l">
              <a:defRPr sz="1275" b="1" i="0">
                <a:solidFill>
                  <a:srgbClr val="FFFFFF"/>
                </a:solidFill>
                <a:latin typeface="Arial"/>
                <a:ea typeface="Arial"/>
                <a:cs typeface="Arial"/>
              </a:defRPr>
            </a:lvl4pPr>
            <a:lvl5pPr algn="l">
              <a:defRPr sz="1275" b="1" i="0">
                <a:solidFill>
                  <a:srgbClr val="FFFFFF"/>
                </a:solidFill>
                <a:latin typeface="Arial"/>
                <a:ea typeface="Arial"/>
                <a:cs typeface="Arial"/>
              </a:defRPr>
            </a:lvl5pPr>
            <a:lvl6pPr algn="l">
              <a:defRPr sz="1275" b="1" i="0">
                <a:solidFill>
                  <a:srgbClr val="FFFFFF"/>
                </a:solidFill>
                <a:latin typeface="Arial"/>
                <a:ea typeface="Arial"/>
                <a:cs typeface="Arial"/>
              </a:defRPr>
            </a:lvl6pPr>
            <a:lvl7pPr algn="l">
              <a:defRPr sz="1275" b="1" i="0">
                <a:solidFill>
                  <a:srgbClr val="FFFFFF"/>
                </a:solidFill>
                <a:latin typeface="Arial"/>
                <a:ea typeface="Arial"/>
                <a:cs typeface="Arial"/>
              </a:defRPr>
            </a:lvl7pPr>
            <a:lvl8pPr algn="l">
              <a:defRPr sz="1275" b="1" i="0">
                <a:solidFill>
                  <a:srgbClr val="FFFFFF"/>
                </a:solidFill>
                <a:latin typeface="Arial"/>
                <a:ea typeface="Arial"/>
                <a:cs typeface="Arial"/>
              </a:defRPr>
            </a:lvl8pPr>
            <a:lvl9pPr algn="l">
              <a:defRPr sz="1275" b="1" i="0">
                <a:solidFill>
                  <a:srgbClr val="FFFFFF"/>
                </a:solidFill>
                <a:latin typeface="Arial"/>
                <a:ea typeface="Arial"/>
                <a:cs typeface="Arial"/>
              </a:defRPr>
            </a:lvl9pPr>
          </a:lstStyle>
          <a:p xmlns:a="http://schemas.openxmlformats.org/drawingml/2006/main">
            <a:pPr algn="l">
              <a:lnSpc>
                <a:spcPct val="102000"/>
              </a:lnSpc>
              <a:buNone/>
              <a:defRPr sz="1275" b="1" i="0">
                <a:solidFill>
                  <a:srgbClr val="FFFFFF"/>
                </a:solidFill>
                <a:latin typeface="Arial"/>
                <a:ea typeface="Arial"/>
                <a:cs typeface="Arial"/>
              </a:defRPr>
            </a:pPr>
            <a:r>
              <a:rPr sz="1275" b="1" i="0">
                <a:solidFill>
                  <a:srgbClr val="FFFFFF"/>
                </a:solidFill>
                <a:latin typeface="Arial"/>
                <a:ea typeface="Arial"/>
                <a:cs typeface="Arial"/>
              </a:rPr>
              <a:t>España · Portugal · Francia · Alemania</a:t>
            </a:r>
          </a:p>
        </p:txBody>
      </p:sp>
      <p:sp>
        <p:nvSpPr>
          <p:cNvPr id="11" name="">
            <a:extLst xmlns:a="http://schemas.openxmlformats.org/drawingml/2006/main">
              <a:ext uri="{FF2B5EF4-FFF2-40B4-BE49-F238E27FC236}">
                <a16:creationId xmlns:a16="http://schemas.microsoft.com/office/drawing/2014/main" id="{E498B820-6A8C-4DEA-A4EA-425FB0AF51A5}"/>
              </a:ext>
            </a:extLst>
          </p:cNvPr>
          <p:cNvSpPr>
            <a:spLocks xmlns:a="http://schemas.openxmlformats.org/drawingml/2006/main" noGrp="1"/>
          </p:cNvSpPr>
          <p:nvPr/>
        </p:nvSpPr>
        <p:spPr>
          <a:xfrm xmlns:a="http://schemas.openxmlformats.org/drawingml/2006/main">
            <a:off x="762000" y="6419850"/>
            <a:ext cx="904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FFFFFF"/>
                </a:solidFill>
                <a:latin typeface="Arial"/>
                <a:ea typeface="Arial"/>
                <a:cs typeface="Arial"/>
              </a:defRPr>
            </a:defPPr>
            <a:lvl1pPr algn="l">
              <a:defRPr sz="1050" b="0" i="0">
                <a:solidFill>
                  <a:srgbClr val="FFFFFF"/>
                </a:solidFill>
                <a:latin typeface="Arial"/>
                <a:ea typeface="Arial"/>
                <a:cs typeface="Arial"/>
              </a:defRPr>
            </a:lvl1pPr>
            <a:lvl2pPr algn="l">
              <a:defRPr sz="1050" b="0" i="0">
                <a:solidFill>
                  <a:srgbClr val="FFFFFF"/>
                </a:solidFill>
                <a:latin typeface="Arial"/>
                <a:ea typeface="Arial"/>
                <a:cs typeface="Arial"/>
              </a:defRPr>
            </a:lvl2pPr>
            <a:lvl3pPr algn="l">
              <a:defRPr sz="1050" b="0" i="0">
                <a:solidFill>
                  <a:srgbClr val="FFFFFF"/>
                </a:solidFill>
                <a:latin typeface="Arial"/>
                <a:ea typeface="Arial"/>
                <a:cs typeface="Arial"/>
              </a:defRPr>
            </a:lvl3pPr>
            <a:lvl4pPr algn="l">
              <a:defRPr sz="1050" b="0" i="0">
                <a:solidFill>
                  <a:srgbClr val="FFFFFF"/>
                </a:solidFill>
                <a:latin typeface="Arial"/>
                <a:ea typeface="Arial"/>
                <a:cs typeface="Arial"/>
              </a:defRPr>
            </a:lvl4pPr>
            <a:lvl5pPr algn="l">
              <a:defRPr sz="1050" b="0" i="0">
                <a:solidFill>
                  <a:srgbClr val="FFFFFF"/>
                </a:solidFill>
                <a:latin typeface="Arial"/>
                <a:ea typeface="Arial"/>
                <a:cs typeface="Arial"/>
              </a:defRPr>
            </a:lvl5pPr>
            <a:lvl6pPr algn="l">
              <a:defRPr sz="1050" b="0" i="0">
                <a:solidFill>
                  <a:srgbClr val="FFFFFF"/>
                </a:solidFill>
                <a:latin typeface="Arial"/>
                <a:ea typeface="Arial"/>
                <a:cs typeface="Arial"/>
              </a:defRPr>
            </a:lvl6pPr>
            <a:lvl7pPr algn="l">
              <a:defRPr sz="1050" b="0" i="0">
                <a:solidFill>
                  <a:srgbClr val="FFFFFF"/>
                </a:solidFill>
                <a:latin typeface="Arial"/>
                <a:ea typeface="Arial"/>
                <a:cs typeface="Arial"/>
              </a:defRPr>
            </a:lvl7pPr>
            <a:lvl8pPr algn="l">
              <a:defRPr sz="1050" b="0" i="0">
                <a:solidFill>
                  <a:srgbClr val="FFFFFF"/>
                </a:solidFill>
                <a:latin typeface="Arial"/>
                <a:ea typeface="Arial"/>
                <a:cs typeface="Arial"/>
              </a:defRPr>
            </a:lvl8pPr>
            <a:lvl9pPr algn="l">
              <a:defRPr sz="1050" b="0" i="0">
                <a:solidFill>
                  <a:srgbClr val="FFFFFF"/>
                </a:solidFill>
                <a:latin typeface="Arial"/>
                <a:ea typeface="Arial"/>
                <a:cs typeface="Arial"/>
              </a:defRPr>
            </a:lvl9pPr>
          </a:lstStyle>
          <a:p xmlns:a="http://schemas.openxmlformats.org/drawingml/2006/main">
            <a:pPr algn="l">
              <a:lnSpc>
                <a:spcPct val="102000"/>
              </a:lnSpc>
              <a:buNone/>
              <a:defRPr sz="1050" b="0" i="0">
                <a:solidFill>
                  <a:srgbClr val="FFFFFF"/>
                </a:solidFill>
                <a:latin typeface="Arial"/>
                <a:ea typeface="Arial"/>
                <a:cs typeface="Arial"/>
              </a:defRPr>
            </a:pPr>
            <a:r>
              <a:rPr sz="1050" b="0" i="0">
                <a:solidFill>
                  <a:srgbClr val="FFFFFF"/>
                </a:solidFill>
                <a:latin typeface="Arial"/>
                <a:ea typeface="Arial"/>
                <a:cs typeface="Arial"/>
              </a:rPr>
              <a:t>Italia: servicios puntuales, sin presencia estable</a:t>
            </a:r>
          </a:p>
        </p:txBody>
      </p:sp>
    </p:spTree>
    <p:extLst>
      <p:ext uri="{BB962C8B-B14F-4D97-AF65-F5344CB8AC3E}">
        <p14:creationId xmlns:p14="http://schemas.microsoft.com/office/powerpoint/2010/main" val="2114667246"/>
      </p:ext>
    </p:extLst>
  </p:cSld>
</p:sld>
</file>

<file path=ppt/slides/slide2.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0AB6DCB-13AB-4E41-A153-4C38D64E1902}"/>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4D190E-DC87-4A8B-B9A4-84034906D9A8}"/>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01 / QUIÉNES SOMOS</a:t>
            </a:r>
          </a:p>
        </p:txBody>
      </p:sp>
      <p:sp>
        <p:nvSpPr>
          <p:cNvPr id="3" name="">
            <a:extLst xmlns:a="http://schemas.openxmlformats.org/drawingml/2006/main">
              <a:ext uri="{FF2B5EF4-FFF2-40B4-BE49-F238E27FC236}">
                <a16:creationId xmlns:a16="http://schemas.microsoft.com/office/drawing/2014/main" id="{D06C481B-EE34-4B5D-A48E-A04D69CCACAB}"/>
              </a:ext>
            </a:extLst>
          </p:cNvPr>
          <p:cNvSpPr>
            <a:spLocks xmlns:a="http://schemas.openxmlformats.org/drawingml/2006/main" noGrp="1"/>
          </p:cNvSpPr>
          <p:nvPr/>
        </p:nvSpPr>
        <p:spPr>
          <a:xfrm xmlns:a="http://schemas.openxmlformats.org/drawingml/2006/main">
            <a:off x="762000" y="1028700"/>
            <a:ext cx="106680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108"/>
          </a:bodyPr>
          <a:lstStyle xmlns:a="http://schemas.openxmlformats.org/drawingml/2006/main">
            <a:defPPr algn="l">
              <a:defRPr sz="4725" b="0" i="0">
                <a:solidFill>
                  <a:srgbClr val="211D1A"/>
                </a:solidFill>
                <a:latin typeface="Georgia"/>
                <a:ea typeface="Georgia"/>
                <a:cs typeface="Georgia"/>
              </a:defRPr>
            </a:defPPr>
            <a:lvl1pPr algn="l">
              <a:defRPr sz="4725" b="0" i="0">
                <a:solidFill>
                  <a:srgbClr val="211D1A"/>
                </a:solidFill>
                <a:latin typeface="Georgia"/>
                <a:ea typeface="Georgia"/>
                <a:cs typeface="Georgia"/>
              </a:defRPr>
            </a:lvl1pPr>
            <a:lvl2pPr algn="l">
              <a:defRPr sz="4725" b="0" i="0">
                <a:solidFill>
                  <a:srgbClr val="211D1A"/>
                </a:solidFill>
                <a:latin typeface="Georgia"/>
                <a:ea typeface="Georgia"/>
                <a:cs typeface="Georgia"/>
              </a:defRPr>
            </a:lvl2pPr>
            <a:lvl3pPr algn="l">
              <a:defRPr sz="4725" b="0" i="0">
                <a:solidFill>
                  <a:srgbClr val="211D1A"/>
                </a:solidFill>
                <a:latin typeface="Georgia"/>
                <a:ea typeface="Georgia"/>
                <a:cs typeface="Georgia"/>
              </a:defRPr>
            </a:lvl3pPr>
            <a:lvl4pPr algn="l">
              <a:defRPr sz="4725" b="0" i="0">
                <a:solidFill>
                  <a:srgbClr val="211D1A"/>
                </a:solidFill>
                <a:latin typeface="Georgia"/>
                <a:ea typeface="Georgia"/>
                <a:cs typeface="Georgia"/>
              </a:defRPr>
            </a:lvl4pPr>
            <a:lvl5pPr algn="l">
              <a:defRPr sz="4725" b="0" i="0">
                <a:solidFill>
                  <a:srgbClr val="211D1A"/>
                </a:solidFill>
                <a:latin typeface="Georgia"/>
                <a:ea typeface="Georgia"/>
                <a:cs typeface="Georgia"/>
              </a:defRPr>
            </a:lvl5pPr>
            <a:lvl6pPr algn="l">
              <a:defRPr sz="4725" b="0" i="0">
                <a:solidFill>
                  <a:srgbClr val="211D1A"/>
                </a:solidFill>
                <a:latin typeface="Georgia"/>
                <a:ea typeface="Georgia"/>
                <a:cs typeface="Georgia"/>
              </a:defRPr>
            </a:lvl6pPr>
            <a:lvl7pPr algn="l">
              <a:defRPr sz="4725" b="0" i="0">
                <a:solidFill>
                  <a:srgbClr val="211D1A"/>
                </a:solidFill>
                <a:latin typeface="Georgia"/>
                <a:ea typeface="Georgia"/>
                <a:cs typeface="Georgia"/>
              </a:defRPr>
            </a:lvl7pPr>
            <a:lvl8pPr algn="l">
              <a:defRPr sz="4725" b="0" i="0">
                <a:solidFill>
                  <a:srgbClr val="211D1A"/>
                </a:solidFill>
                <a:latin typeface="Georgia"/>
                <a:ea typeface="Georgia"/>
                <a:cs typeface="Georgia"/>
              </a:defRPr>
            </a:lvl8pPr>
            <a:lvl9pPr algn="l">
              <a:defRPr sz="4725" b="0" i="0">
                <a:solidFill>
                  <a:srgbClr val="211D1A"/>
                </a:solidFill>
                <a:latin typeface="Georgia"/>
                <a:ea typeface="Georgia"/>
                <a:cs typeface="Georgia"/>
              </a:defRPr>
            </a:lvl9pPr>
          </a:lstStyle>
          <a:p xmlns:a="http://schemas.openxmlformats.org/drawingml/2006/main">
            <a:pPr algn="l">
              <a:lnSpc>
                <a:spcPct val="98000"/>
              </a:lnSpc>
              <a:buNone/>
              <a:defRPr sz="4725" b="0" i="0">
                <a:solidFill>
                  <a:srgbClr val="211D1A"/>
                </a:solidFill>
                <a:latin typeface="Georgia"/>
                <a:ea typeface="Georgia"/>
                <a:cs typeface="Georgia"/>
              </a:defRPr>
            </a:pPr>
            <a:r>
              <a:rPr sz="4725" b="0" i="0">
                <a:solidFill>
                  <a:srgbClr val="211D1A"/>
                </a:solidFill>
                <a:latin typeface="Georgia"/>
                <a:ea typeface="Georgia"/>
                <a:cs typeface="Georgia"/>
              </a:rPr>
              <a:t>Una empresa familiar que creció con sus clientes</a:t>
            </a:r>
          </a:p>
        </p:txBody>
      </p:sp>
      <p:sp>
        <p:nvSpPr>
          <p:cNvPr id="4" name="">
            <a:extLst xmlns:a="http://schemas.openxmlformats.org/drawingml/2006/main">
              <a:ext uri="{FF2B5EF4-FFF2-40B4-BE49-F238E27FC236}">
                <a16:creationId xmlns:a16="http://schemas.microsoft.com/office/drawing/2014/main" id="{2F7711A3-932B-4867-99F3-533149F6537E}"/>
              </a:ext>
            </a:extLst>
          </p:cNvPr>
          <p:cNvSpPr>
            <a:spLocks xmlns:a="http://schemas.openxmlformats.org/drawingml/2006/main" noGrp="1"/>
          </p:cNvSpPr>
          <p:nvPr/>
        </p:nvSpPr>
        <p:spPr>
          <a:xfrm xmlns:a="http://schemas.openxmlformats.org/drawingml/2006/main">
            <a:off x="762000" y="2362200"/>
            <a:ext cx="1000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i="0">
                <a:solidFill>
                  <a:srgbClr val="211D1A"/>
                </a:solidFill>
                <a:latin typeface="Arial"/>
                <a:ea typeface="Arial"/>
                <a:cs typeface="Arial"/>
              </a:defRPr>
            </a:defPPr>
            <a:lvl1pPr algn="l">
              <a:defRPr sz="1650" b="0" i="0">
                <a:solidFill>
                  <a:srgbClr val="211D1A"/>
                </a:solidFill>
                <a:latin typeface="Arial"/>
                <a:ea typeface="Arial"/>
                <a:cs typeface="Arial"/>
              </a:defRPr>
            </a:lvl1pPr>
            <a:lvl2pPr algn="l">
              <a:defRPr sz="1650" b="0" i="0">
                <a:solidFill>
                  <a:srgbClr val="211D1A"/>
                </a:solidFill>
                <a:latin typeface="Arial"/>
                <a:ea typeface="Arial"/>
                <a:cs typeface="Arial"/>
              </a:defRPr>
            </a:lvl2pPr>
            <a:lvl3pPr algn="l">
              <a:defRPr sz="1650" b="0" i="0">
                <a:solidFill>
                  <a:srgbClr val="211D1A"/>
                </a:solidFill>
                <a:latin typeface="Arial"/>
                <a:ea typeface="Arial"/>
                <a:cs typeface="Arial"/>
              </a:defRPr>
            </a:lvl3pPr>
            <a:lvl4pPr algn="l">
              <a:defRPr sz="1650" b="0" i="0">
                <a:solidFill>
                  <a:srgbClr val="211D1A"/>
                </a:solidFill>
                <a:latin typeface="Arial"/>
                <a:ea typeface="Arial"/>
                <a:cs typeface="Arial"/>
              </a:defRPr>
            </a:lvl4pPr>
            <a:lvl5pPr algn="l">
              <a:defRPr sz="1650" b="0" i="0">
                <a:solidFill>
                  <a:srgbClr val="211D1A"/>
                </a:solidFill>
                <a:latin typeface="Arial"/>
                <a:ea typeface="Arial"/>
                <a:cs typeface="Arial"/>
              </a:defRPr>
            </a:lvl5pPr>
            <a:lvl6pPr algn="l">
              <a:defRPr sz="1650" b="0" i="0">
                <a:solidFill>
                  <a:srgbClr val="211D1A"/>
                </a:solidFill>
                <a:latin typeface="Arial"/>
                <a:ea typeface="Arial"/>
                <a:cs typeface="Arial"/>
              </a:defRPr>
            </a:lvl6pPr>
            <a:lvl7pPr algn="l">
              <a:defRPr sz="1650" b="0" i="0">
                <a:solidFill>
                  <a:srgbClr val="211D1A"/>
                </a:solidFill>
                <a:latin typeface="Arial"/>
                <a:ea typeface="Arial"/>
                <a:cs typeface="Arial"/>
              </a:defRPr>
            </a:lvl7pPr>
            <a:lvl8pPr algn="l">
              <a:defRPr sz="1650" b="0" i="0">
                <a:solidFill>
                  <a:srgbClr val="211D1A"/>
                </a:solidFill>
                <a:latin typeface="Arial"/>
                <a:ea typeface="Arial"/>
                <a:cs typeface="Arial"/>
              </a:defRPr>
            </a:lvl8pPr>
            <a:lvl9pPr algn="l">
              <a:defRPr sz="1650" b="0" i="0">
                <a:solidFill>
                  <a:srgbClr val="211D1A"/>
                </a:solidFill>
                <a:latin typeface="Arial"/>
                <a:ea typeface="Arial"/>
                <a:cs typeface="Arial"/>
              </a:defRPr>
            </a:lvl9pPr>
          </a:lstStyle>
          <a:p xmlns:a="http://schemas.openxmlformats.org/drawingml/2006/main">
            <a:pPr algn="l">
              <a:lnSpc>
                <a:spcPct val="102000"/>
              </a:lnSpc>
              <a:buNone/>
              <a:defRPr sz="1650" b="0" i="0">
                <a:solidFill>
                  <a:srgbClr val="211D1A"/>
                </a:solidFill>
                <a:latin typeface="Arial"/>
                <a:ea typeface="Arial"/>
                <a:cs typeface="Arial"/>
              </a:defRPr>
            </a:pPr>
            <a:r>
              <a:rPr sz="1650" b="0" i="0">
                <a:solidFill>
                  <a:srgbClr val="211D1A"/>
                </a:solidFill>
                <a:latin typeface="Arial"/>
                <a:ea typeface="Arial"/>
                <a:cs typeface="Arial"/>
              </a:rPr>
              <a:t>Desde 1996, Sertranin adapta el transporte a cada operación. En 2011 nació Logística Javier Talavera para cubrir también el ciclo logístico completo.</a:t>
            </a:r>
          </a:p>
        </p:txBody>
      </p:sp>
      <p:sp>
        <p:nvSpPr>
          <p:cNvPr id="5" name="">
            <a:extLst xmlns:a="http://schemas.openxmlformats.org/drawingml/2006/main">
              <a:ext uri="{FF2B5EF4-FFF2-40B4-BE49-F238E27FC236}">
                <a16:creationId xmlns:a16="http://schemas.microsoft.com/office/drawing/2014/main" id="{7F2BF520-1B02-4081-BE31-ACE55D4A5718}"/>
              </a:ext>
            </a:extLst>
          </p:cNvPr>
          <p:cNvSpPr>
            <a:spLocks xmlns:a="http://schemas.openxmlformats.org/drawingml/2006/main" noGrp="1"/>
          </p:cNvSpPr>
          <p:nvPr/>
        </p:nvSpPr>
        <p:spPr>
          <a:xfrm xmlns:a="http://schemas.openxmlformats.org/drawingml/2006/main">
            <a:off x="762000" y="3667125"/>
            <a:ext cx="228600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683AC7D-7145-47FF-9C75-67CA07FF7657}"/>
              </a:ext>
            </a:extLst>
          </p:cNvPr>
          <p:cNvSpPr>
            <a:spLocks xmlns:a="http://schemas.openxmlformats.org/drawingml/2006/main" noGrp="1"/>
          </p:cNvSpPr>
          <p:nvPr/>
        </p:nvSpPr>
        <p:spPr>
          <a:xfrm xmlns:a="http://schemas.openxmlformats.org/drawingml/2006/main">
            <a:off x="762000" y="3876675"/>
            <a:ext cx="2381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250" b="0" i="0">
                <a:solidFill>
                  <a:srgbClr val="CF1727"/>
                </a:solidFill>
                <a:latin typeface="Georgia"/>
                <a:ea typeface="Georgia"/>
                <a:cs typeface="Georgia"/>
              </a:defRPr>
            </a:defPPr>
            <a:lvl1pPr algn="l">
              <a:defRPr sz="5250" b="0" i="0">
                <a:solidFill>
                  <a:srgbClr val="CF1727"/>
                </a:solidFill>
                <a:latin typeface="Georgia"/>
                <a:ea typeface="Georgia"/>
                <a:cs typeface="Georgia"/>
              </a:defRPr>
            </a:lvl1pPr>
            <a:lvl2pPr algn="l">
              <a:defRPr sz="5250" b="0" i="0">
                <a:solidFill>
                  <a:srgbClr val="CF1727"/>
                </a:solidFill>
                <a:latin typeface="Georgia"/>
                <a:ea typeface="Georgia"/>
                <a:cs typeface="Georgia"/>
              </a:defRPr>
            </a:lvl2pPr>
            <a:lvl3pPr algn="l">
              <a:defRPr sz="5250" b="0" i="0">
                <a:solidFill>
                  <a:srgbClr val="CF1727"/>
                </a:solidFill>
                <a:latin typeface="Georgia"/>
                <a:ea typeface="Georgia"/>
                <a:cs typeface="Georgia"/>
              </a:defRPr>
            </a:lvl3pPr>
            <a:lvl4pPr algn="l">
              <a:defRPr sz="5250" b="0" i="0">
                <a:solidFill>
                  <a:srgbClr val="CF1727"/>
                </a:solidFill>
                <a:latin typeface="Georgia"/>
                <a:ea typeface="Georgia"/>
                <a:cs typeface="Georgia"/>
              </a:defRPr>
            </a:lvl4pPr>
            <a:lvl5pPr algn="l">
              <a:defRPr sz="5250" b="0" i="0">
                <a:solidFill>
                  <a:srgbClr val="CF1727"/>
                </a:solidFill>
                <a:latin typeface="Georgia"/>
                <a:ea typeface="Georgia"/>
                <a:cs typeface="Georgia"/>
              </a:defRPr>
            </a:lvl5pPr>
            <a:lvl6pPr algn="l">
              <a:defRPr sz="5250" b="0" i="0">
                <a:solidFill>
                  <a:srgbClr val="CF1727"/>
                </a:solidFill>
                <a:latin typeface="Georgia"/>
                <a:ea typeface="Georgia"/>
                <a:cs typeface="Georgia"/>
              </a:defRPr>
            </a:lvl6pPr>
            <a:lvl7pPr algn="l">
              <a:defRPr sz="5250" b="0" i="0">
                <a:solidFill>
                  <a:srgbClr val="CF1727"/>
                </a:solidFill>
                <a:latin typeface="Georgia"/>
                <a:ea typeface="Georgia"/>
                <a:cs typeface="Georgia"/>
              </a:defRPr>
            </a:lvl7pPr>
            <a:lvl8pPr algn="l">
              <a:defRPr sz="5250" b="0" i="0">
                <a:solidFill>
                  <a:srgbClr val="CF1727"/>
                </a:solidFill>
                <a:latin typeface="Georgia"/>
                <a:ea typeface="Georgia"/>
                <a:cs typeface="Georgia"/>
              </a:defRPr>
            </a:lvl8pPr>
            <a:lvl9pPr algn="l">
              <a:defRPr sz="5250" b="0" i="0">
                <a:solidFill>
                  <a:srgbClr val="CF1727"/>
                </a:solidFill>
                <a:latin typeface="Georgia"/>
                <a:ea typeface="Georgia"/>
                <a:cs typeface="Georgia"/>
              </a:defRPr>
            </a:lvl9pPr>
          </a:lstStyle>
          <a:p xmlns:a="http://schemas.openxmlformats.org/drawingml/2006/main">
            <a:pPr algn="l">
              <a:lnSpc>
                <a:spcPct val="102000"/>
              </a:lnSpc>
              <a:buNone/>
              <a:defRPr sz="5250" b="0" i="0">
                <a:solidFill>
                  <a:srgbClr val="CF1727"/>
                </a:solidFill>
                <a:latin typeface="Georgia"/>
                <a:ea typeface="Georgia"/>
                <a:cs typeface="Georgia"/>
              </a:defRPr>
            </a:pPr>
            <a:r>
              <a:rPr sz="5250" b="0" i="0">
                <a:solidFill>
                  <a:srgbClr val="CF1727"/>
                </a:solidFill>
                <a:latin typeface="Georgia"/>
                <a:ea typeface="Georgia"/>
                <a:cs typeface="Georgia"/>
              </a:rPr>
              <a:t>1996</a:t>
            </a:r>
          </a:p>
        </p:txBody>
      </p:sp>
      <p:sp>
        <p:nvSpPr>
          <p:cNvPr id="7" name="">
            <a:extLst xmlns:a="http://schemas.openxmlformats.org/drawingml/2006/main">
              <a:ext uri="{FF2B5EF4-FFF2-40B4-BE49-F238E27FC236}">
                <a16:creationId xmlns:a16="http://schemas.microsoft.com/office/drawing/2014/main" id="{013A9F13-9DE4-489F-ABFA-4F06E1ED9986}"/>
              </a:ext>
            </a:extLst>
          </p:cNvPr>
          <p:cNvSpPr>
            <a:spLocks xmlns:a="http://schemas.openxmlformats.org/drawingml/2006/main" noGrp="1"/>
          </p:cNvSpPr>
          <p:nvPr/>
        </p:nvSpPr>
        <p:spPr>
          <a:xfrm xmlns:a="http://schemas.openxmlformats.org/drawingml/2006/main">
            <a:off x="762000" y="4876800"/>
            <a:ext cx="23336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Nace Sertranin, con el transporte a granel como actividad principal.</a:t>
            </a:r>
          </a:p>
        </p:txBody>
      </p:sp>
      <p:sp>
        <p:nvSpPr>
          <p:cNvPr id="8" name="">
            <a:extLst xmlns:a="http://schemas.openxmlformats.org/drawingml/2006/main">
              <a:ext uri="{FF2B5EF4-FFF2-40B4-BE49-F238E27FC236}">
                <a16:creationId xmlns:a16="http://schemas.microsoft.com/office/drawing/2014/main" id="{EF3C0ADD-2440-4435-BE7B-1735FFBB809C}"/>
              </a:ext>
            </a:extLst>
          </p:cNvPr>
          <p:cNvSpPr>
            <a:spLocks xmlns:a="http://schemas.openxmlformats.org/drawingml/2006/main" noGrp="1"/>
          </p:cNvSpPr>
          <p:nvPr/>
        </p:nvSpPr>
        <p:spPr>
          <a:xfrm xmlns:a="http://schemas.openxmlformats.org/drawingml/2006/main">
            <a:off x="3524250" y="3667125"/>
            <a:ext cx="228600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FD83564-83AF-4CB2-876E-F9A03A507CC7}"/>
              </a:ext>
            </a:extLst>
          </p:cNvPr>
          <p:cNvSpPr>
            <a:spLocks xmlns:a="http://schemas.openxmlformats.org/drawingml/2006/main" noGrp="1"/>
          </p:cNvSpPr>
          <p:nvPr/>
        </p:nvSpPr>
        <p:spPr>
          <a:xfrm xmlns:a="http://schemas.openxmlformats.org/drawingml/2006/main">
            <a:off x="3524250" y="3876675"/>
            <a:ext cx="2381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250" b="0" i="0">
                <a:solidFill>
                  <a:srgbClr val="CF1727"/>
                </a:solidFill>
                <a:latin typeface="Georgia"/>
                <a:ea typeface="Georgia"/>
                <a:cs typeface="Georgia"/>
              </a:defRPr>
            </a:defPPr>
            <a:lvl1pPr algn="l">
              <a:defRPr sz="5250" b="0" i="0">
                <a:solidFill>
                  <a:srgbClr val="CF1727"/>
                </a:solidFill>
                <a:latin typeface="Georgia"/>
                <a:ea typeface="Georgia"/>
                <a:cs typeface="Georgia"/>
              </a:defRPr>
            </a:lvl1pPr>
            <a:lvl2pPr algn="l">
              <a:defRPr sz="5250" b="0" i="0">
                <a:solidFill>
                  <a:srgbClr val="CF1727"/>
                </a:solidFill>
                <a:latin typeface="Georgia"/>
                <a:ea typeface="Georgia"/>
                <a:cs typeface="Georgia"/>
              </a:defRPr>
            </a:lvl2pPr>
            <a:lvl3pPr algn="l">
              <a:defRPr sz="5250" b="0" i="0">
                <a:solidFill>
                  <a:srgbClr val="CF1727"/>
                </a:solidFill>
                <a:latin typeface="Georgia"/>
                <a:ea typeface="Georgia"/>
                <a:cs typeface="Georgia"/>
              </a:defRPr>
            </a:lvl3pPr>
            <a:lvl4pPr algn="l">
              <a:defRPr sz="5250" b="0" i="0">
                <a:solidFill>
                  <a:srgbClr val="CF1727"/>
                </a:solidFill>
                <a:latin typeface="Georgia"/>
                <a:ea typeface="Georgia"/>
                <a:cs typeface="Georgia"/>
              </a:defRPr>
            </a:lvl4pPr>
            <a:lvl5pPr algn="l">
              <a:defRPr sz="5250" b="0" i="0">
                <a:solidFill>
                  <a:srgbClr val="CF1727"/>
                </a:solidFill>
                <a:latin typeface="Georgia"/>
                <a:ea typeface="Georgia"/>
                <a:cs typeface="Georgia"/>
              </a:defRPr>
            </a:lvl5pPr>
            <a:lvl6pPr algn="l">
              <a:defRPr sz="5250" b="0" i="0">
                <a:solidFill>
                  <a:srgbClr val="CF1727"/>
                </a:solidFill>
                <a:latin typeface="Georgia"/>
                <a:ea typeface="Georgia"/>
                <a:cs typeface="Georgia"/>
              </a:defRPr>
            </a:lvl6pPr>
            <a:lvl7pPr algn="l">
              <a:defRPr sz="5250" b="0" i="0">
                <a:solidFill>
                  <a:srgbClr val="CF1727"/>
                </a:solidFill>
                <a:latin typeface="Georgia"/>
                <a:ea typeface="Georgia"/>
                <a:cs typeface="Georgia"/>
              </a:defRPr>
            </a:lvl7pPr>
            <a:lvl8pPr algn="l">
              <a:defRPr sz="5250" b="0" i="0">
                <a:solidFill>
                  <a:srgbClr val="CF1727"/>
                </a:solidFill>
                <a:latin typeface="Georgia"/>
                <a:ea typeface="Georgia"/>
                <a:cs typeface="Georgia"/>
              </a:defRPr>
            </a:lvl8pPr>
            <a:lvl9pPr algn="l">
              <a:defRPr sz="5250" b="0" i="0">
                <a:solidFill>
                  <a:srgbClr val="CF1727"/>
                </a:solidFill>
                <a:latin typeface="Georgia"/>
                <a:ea typeface="Georgia"/>
                <a:cs typeface="Georgia"/>
              </a:defRPr>
            </a:lvl9pPr>
          </a:lstStyle>
          <a:p xmlns:a="http://schemas.openxmlformats.org/drawingml/2006/main">
            <a:pPr algn="l">
              <a:lnSpc>
                <a:spcPct val="102000"/>
              </a:lnSpc>
              <a:buNone/>
              <a:defRPr sz="5250" b="0" i="0">
                <a:solidFill>
                  <a:srgbClr val="CF1727"/>
                </a:solidFill>
                <a:latin typeface="Georgia"/>
                <a:ea typeface="Georgia"/>
                <a:cs typeface="Georgia"/>
              </a:defRPr>
            </a:pPr>
            <a:r>
              <a:rPr sz="5250" b="0" i="0">
                <a:solidFill>
                  <a:srgbClr val="CF1727"/>
                </a:solidFill>
                <a:latin typeface="Georgia"/>
                <a:ea typeface="Georgia"/>
                <a:cs typeface="Georgia"/>
              </a:rPr>
              <a:t>2008</a:t>
            </a:r>
          </a:p>
        </p:txBody>
      </p:sp>
      <p:sp>
        <p:nvSpPr>
          <p:cNvPr id="10" name="">
            <a:extLst xmlns:a="http://schemas.openxmlformats.org/drawingml/2006/main">
              <a:ext uri="{FF2B5EF4-FFF2-40B4-BE49-F238E27FC236}">
                <a16:creationId xmlns:a16="http://schemas.microsoft.com/office/drawing/2014/main" id="{760700DD-769B-4189-A47B-C207B8163300}"/>
              </a:ext>
            </a:extLst>
          </p:cNvPr>
          <p:cNvSpPr>
            <a:spLocks xmlns:a="http://schemas.openxmlformats.org/drawingml/2006/main" noGrp="1"/>
          </p:cNvSpPr>
          <p:nvPr/>
        </p:nvSpPr>
        <p:spPr>
          <a:xfrm xmlns:a="http://schemas.openxmlformats.org/drawingml/2006/main">
            <a:off x="3524250" y="4876800"/>
            <a:ext cx="23336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GPS en toda la flota. El cliente puede consultar la posición de su mercancía.</a:t>
            </a:r>
          </a:p>
        </p:txBody>
      </p:sp>
      <p:sp>
        <p:nvSpPr>
          <p:cNvPr id="11" name="">
            <a:extLst xmlns:a="http://schemas.openxmlformats.org/drawingml/2006/main">
              <a:ext uri="{FF2B5EF4-FFF2-40B4-BE49-F238E27FC236}">
                <a16:creationId xmlns:a16="http://schemas.microsoft.com/office/drawing/2014/main" id="{9EDD27DB-C32F-425C-A42C-CD2422F4CC10}"/>
              </a:ext>
            </a:extLst>
          </p:cNvPr>
          <p:cNvSpPr>
            <a:spLocks xmlns:a="http://schemas.openxmlformats.org/drawingml/2006/main" noGrp="1"/>
          </p:cNvSpPr>
          <p:nvPr/>
        </p:nvSpPr>
        <p:spPr>
          <a:xfrm xmlns:a="http://schemas.openxmlformats.org/drawingml/2006/main">
            <a:off x="6286500" y="3667125"/>
            <a:ext cx="228600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E05A27A-7440-4C39-BE59-B8D6AF359D99}"/>
              </a:ext>
            </a:extLst>
          </p:cNvPr>
          <p:cNvSpPr>
            <a:spLocks xmlns:a="http://schemas.openxmlformats.org/drawingml/2006/main" noGrp="1"/>
          </p:cNvSpPr>
          <p:nvPr/>
        </p:nvSpPr>
        <p:spPr>
          <a:xfrm xmlns:a="http://schemas.openxmlformats.org/drawingml/2006/main">
            <a:off x="6286500" y="3876675"/>
            <a:ext cx="2381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250" b="0" i="0">
                <a:solidFill>
                  <a:srgbClr val="CF1727"/>
                </a:solidFill>
                <a:latin typeface="Georgia"/>
                <a:ea typeface="Georgia"/>
                <a:cs typeface="Georgia"/>
              </a:defRPr>
            </a:defPPr>
            <a:lvl1pPr algn="l">
              <a:defRPr sz="5250" b="0" i="0">
                <a:solidFill>
                  <a:srgbClr val="CF1727"/>
                </a:solidFill>
                <a:latin typeface="Georgia"/>
                <a:ea typeface="Georgia"/>
                <a:cs typeface="Georgia"/>
              </a:defRPr>
            </a:lvl1pPr>
            <a:lvl2pPr algn="l">
              <a:defRPr sz="5250" b="0" i="0">
                <a:solidFill>
                  <a:srgbClr val="CF1727"/>
                </a:solidFill>
                <a:latin typeface="Georgia"/>
                <a:ea typeface="Georgia"/>
                <a:cs typeface="Georgia"/>
              </a:defRPr>
            </a:lvl2pPr>
            <a:lvl3pPr algn="l">
              <a:defRPr sz="5250" b="0" i="0">
                <a:solidFill>
                  <a:srgbClr val="CF1727"/>
                </a:solidFill>
                <a:latin typeface="Georgia"/>
                <a:ea typeface="Georgia"/>
                <a:cs typeface="Georgia"/>
              </a:defRPr>
            </a:lvl3pPr>
            <a:lvl4pPr algn="l">
              <a:defRPr sz="5250" b="0" i="0">
                <a:solidFill>
                  <a:srgbClr val="CF1727"/>
                </a:solidFill>
                <a:latin typeface="Georgia"/>
                <a:ea typeface="Georgia"/>
                <a:cs typeface="Georgia"/>
              </a:defRPr>
            </a:lvl4pPr>
            <a:lvl5pPr algn="l">
              <a:defRPr sz="5250" b="0" i="0">
                <a:solidFill>
                  <a:srgbClr val="CF1727"/>
                </a:solidFill>
                <a:latin typeface="Georgia"/>
                <a:ea typeface="Georgia"/>
                <a:cs typeface="Georgia"/>
              </a:defRPr>
            </a:lvl5pPr>
            <a:lvl6pPr algn="l">
              <a:defRPr sz="5250" b="0" i="0">
                <a:solidFill>
                  <a:srgbClr val="CF1727"/>
                </a:solidFill>
                <a:latin typeface="Georgia"/>
                <a:ea typeface="Georgia"/>
                <a:cs typeface="Georgia"/>
              </a:defRPr>
            </a:lvl6pPr>
            <a:lvl7pPr algn="l">
              <a:defRPr sz="5250" b="0" i="0">
                <a:solidFill>
                  <a:srgbClr val="CF1727"/>
                </a:solidFill>
                <a:latin typeface="Georgia"/>
                <a:ea typeface="Georgia"/>
                <a:cs typeface="Georgia"/>
              </a:defRPr>
            </a:lvl7pPr>
            <a:lvl8pPr algn="l">
              <a:defRPr sz="5250" b="0" i="0">
                <a:solidFill>
                  <a:srgbClr val="CF1727"/>
                </a:solidFill>
                <a:latin typeface="Georgia"/>
                <a:ea typeface="Georgia"/>
                <a:cs typeface="Georgia"/>
              </a:defRPr>
            </a:lvl8pPr>
            <a:lvl9pPr algn="l">
              <a:defRPr sz="5250" b="0" i="0">
                <a:solidFill>
                  <a:srgbClr val="CF1727"/>
                </a:solidFill>
                <a:latin typeface="Georgia"/>
                <a:ea typeface="Georgia"/>
                <a:cs typeface="Georgia"/>
              </a:defRPr>
            </a:lvl9pPr>
          </a:lstStyle>
          <a:p xmlns:a="http://schemas.openxmlformats.org/drawingml/2006/main">
            <a:pPr algn="l">
              <a:lnSpc>
                <a:spcPct val="102000"/>
              </a:lnSpc>
              <a:buNone/>
              <a:defRPr sz="5250" b="0" i="0">
                <a:solidFill>
                  <a:srgbClr val="CF1727"/>
                </a:solidFill>
                <a:latin typeface="Georgia"/>
                <a:ea typeface="Georgia"/>
                <a:cs typeface="Georgia"/>
              </a:defRPr>
            </a:pPr>
            <a:r>
              <a:rPr sz="5250" b="0" i="0">
                <a:solidFill>
                  <a:srgbClr val="CF1727"/>
                </a:solidFill>
                <a:latin typeface="Georgia"/>
                <a:ea typeface="Georgia"/>
                <a:cs typeface="Georgia"/>
              </a:rPr>
              <a:t>2011</a:t>
            </a:r>
          </a:p>
        </p:txBody>
      </p:sp>
      <p:sp>
        <p:nvSpPr>
          <p:cNvPr id="13" name="">
            <a:extLst xmlns:a="http://schemas.openxmlformats.org/drawingml/2006/main">
              <a:ext uri="{FF2B5EF4-FFF2-40B4-BE49-F238E27FC236}">
                <a16:creationId xmlns:a16="http://schemas.microsoft.com/office/drawing/2014/main" id="{96134739-5B91-4241-8FF7-AACAD33D93EF}"/>
              </a:ext>
            </a:extLst>
          </p:cNvPr>
          <p:cNvSpPr>
            <a:spLocks xmlns:a="http://schemas.openxmlformats.org/drawingml/2006/main" noGrp="1"/>
          </p:cNvSpPr>
          <p:nvPr/>
        </p:nvSpPr>
        <p:spPr>
          <a:xfrm xmlns:a="http://schemas.openxmlformats.org/drawingml/2006/main">
            <a:off x="6286500" y="4876800"/>
            <a:ext cx="23336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Nace Logística Javier Talavera y se amplían los servicios especializados.</a:t>
            </a:r>
          </a:p>
        </p:txBody>
      </p:sp>
      <p:sp>
        <p:nvSpPr>
          <p:cNvPr id="14" name="">
            <a:extLst xmlns:a="http://schemas.openxmlformats.org/drawingml/2006/main">
              <a:ext uri="{FF2B5EF4-FFF2-40B4-BE49-F238E27FC236}">
                <a16:creationId xmlns:a16="http://schemas.microsoft.com/office/drawing/2014/main" id="{03460AFD-F528-4828-AE73-AEC25EDAE7FF}"/>
              </a:ext>
            </a:extLst>
          </p:cNvPr>
          <p:cNvSpPr>
            <a:spLocks xmlns:a="http://schemas.openxmlformats.org/drawingml/2006/main" noGrp="1"/>
          </p:cNvSpPr>
          <p:nvPr/>
        </p:nvSpPr>
        <p:spPr>
          <a:xfrm xmlns:a="http://schemas.openxmlformats.org/drawingml/2006/main">
            <a:off x="9048750" y="3667125"/>
            <a:ext cx="228600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680124C-3A43-4304-BA14-D45A173F1607}"/>
              </a:ext>
            </a:extLst>
          </p:cNvPr>
          <p:cNvSpPr>
            <a:spLocks xmlns:a="http://schemas.openxmlformats.org/drawingml/2006/main" noGrp="1"/>
          </p:cNvSpPr>
          <p:nvPr/>
        </p:nvSpPr>
        <p:spPr>
          <a:xfrm xmlns:a="http://schemas.openxmlformats.org/drawingml/2006/main">
            <a:off x="9048750" y="3876675"/>
            <a:ext cx="2381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250" b="0" i="0">
                <a:solidFill>
                  <a:srgbClr val="CF1727"/>
                </a:solidFill>
                <a:latin typeface="Georgia"/>
                <a:ea typeface="Georgia"/>
                <a:cs typeface="Georgia"/>
              </a:defRPr>
            </a:defPPr>
            <a:lvl1pPr algn="l">
              <a:defRPr sz="5250" b="0" i="0">
                <a:solidFill>
                  <a:srgbClr val="CF1727"/>
                </a:solidFill>
                <a:latin typeface="Georgia"/>
                <a:ea typeface="Georgia"/>
                <a:cs typeface="Georgia"/>
              </a:defRPr>
            </a:lvl1pPr>
            <a:lvl2pPr algn="l">
              <a:defRPr sz="5250" b="0" i="0">
                <a:solidFill>
                  <a:srgbClr val="CF1727"/>
                </a:solidFill>
                <a:latin typeface="Georgia"/>
                <a:ea typeface="Georgia"/>
                <a:cs typeface="Georgia"/>
              </a:defRPr>
            </a:lvl2pPr>
            <a:lvl3pPr algn="l">
              <a:defRPr sz="5250" b="0" i="0">
                <a:solidFill>
                  <a:srgbClr val="CF1727"/>
                </a:solidFill>
                <a:latin typeface="Georgia"/>
                <a:ea typeface="Georgia"/>
                <a:cs typeface="Georgia"/>
              </a:defRPr>
            </a:lvl3pPr>
            <a:lvl4pPr algn="l">
              <a:defRPr sz="5250" b="0" i="0">
                <a:solidFill>
                  <a:srgbClr val="CF1727"/>
                </a:solidFill>
                <a:latin typeface="Georgia"/>
                <a:ea typeface="Georgia"/>
                <a:cs typeface="Georgia"/>
              </a:defRPr>
            </a:lvl4pPr>
            <a:lvl5pPr algn="l">
              <a:defRPr sz="5250" b="0" i="0">
                <a:solidFill>
                  <a:srgbClr val="CF1727"/>
                </a:solidFill>
                <a:latin typeface="Georgia"/>
                <a:ea typeface="Georgia"/>
                <a:cs typeface="Georgia"/>
              </a:defRPr>
            </a:lvl5pPr>
            <a:lvl6pPr algn="l">
              <a:defRPr sz="5250" b="0" i="0">
                <a:solidFill>
                  <a:srgbClr val="CF1727"/>
                </a:solidFill>
                <a:latin typeface="Georgia"/>
                <a:ea typeface="Georgia"/>
                <a:cs typeface="Georgia"/>
              </a:defRPr>
            </a:lvl6pPr>
            <a:lvl7pPr algn="l">
              <a:defRPr sz="5250" b="0" i="0">
                <a:solidFill>
                  <a:srgbClr val="CF1727"/>
                </a:solidFill>
                <a:latin typeface="Georgia"/>
                <a:ea typeface="Georgia"/>
                <a:cs typeface="Georgia"/>
              </a:defRPr>
            </a:lvl7pPr>
            <a:lvl8pPr algn="l">
              <a:defRPr sz="5250" b="0" i="0">
                <a:solidFill>
                  <a:srgbClr val="CF1727"/>
                </a:solidFill>
                <a:latin typeface="Georgia"/>
                <a:ea typeface="Georgia"/>
                <a:cs typeface="Georgia"/>
              </a:defRPr>
            </a:lvl8pPr>
            <a:lvl9pPr algn="l">
              <a:defRPr sz="5250" b="0" i="0">
                <a:solidFill>
                  <a:srgbClr val="CF1727"/>
                </a:solidFill>
                <a:latin typeface="Georgia"/>
                <a:ea typeface="Georgia"/>
                <a:cs typeface="Georgia"/>
              </a:defRPr>
            </a:lvl9pPr>
          </a:lstStyle>
          <a:p xmlns:a="http://schemas.openxmlformats.org/drawingml/2006/main">
            <a:pPr algn="l">
              <a:lnSpc>
                <a:spcPct val="102000"/>
              </a:lnSpc>
              <a:buNone/>
              <a:defRPr sz="5250" b="0" i="0">
                <a:solidFill>
                  <a:srgbClr val="CF1727"/>
                </a:solidFill>
                <a:latin typeface="Georgia"/>
                <a:ea typeface="Georgia"/>
                <a:cs typeface="Georgia"/>
              </a:defRPr>
            </a:pPr>
            <a:r>
              <a:rPr sz="5250" b="0" i="0">
                <a:solidFill>
                  <a:srgbClr val="CF1727"/>
                </a:solidFill>
                <a:latin typeface="Georgia"/>
                <a:ea typeface="Georgia"/>
                <a:cs typeface="Georgia"/>
              </a:rPr>
              <a:t>Hoy</a:t>
            </a:r>
          </a:p>
        </p:txBody>
      </p:sp>
      <p:sp>
        <p:nvSpPr>
          <p:cNvPr id="16" name="">
            <a:extLst xmlns:a="http://schemas.openxmlformats.org/drawingml/2006/main">
              <a:ext uri="{FF2B5EF4-FFF2-40B4-BE49-F238E27FC236}">
                <a16:creationId xmlns:a16="http://schemas.microsoft.com/office/drawing/2014/main" id="{E29FF719-C954-4A46-8B44-CFEFB6276F8F}"/>
              </a:ext>
            </a:extLst>
          </p:cNvPr>
          <p:cNvSpPr>
            <a:spLocks xmlns:a="http://schemas.openxmlformats.org/drawingml/2006/main" noGrp="1"/>
          </p:cNvSpPr>
          <p:nvPr/>
        </p:nvSpPr>
        <p:spPr>
          <a:xfrm xmlns:a="http://schemas.openxmlformats.org/drawingml/2006/main">
            <a:off x="9048750" y="4876800"/>
            <a:ext cx="23336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Tres bases logísticas y actividad en España, Portugal, Francia y Alemania.</a:t>
            </a:r>
          </a:p>
        </p:txBody>
      </p:sp>
      <p:sp>
        <p:nvSpPr>
          <p:cNvPr id="17" name="">
            <a:extLst xmlns:a="http://schemas.openxmlformats.org/drawingml/2006/main">
              <a:ext uri="{FF2B5EF4-FFF2-40B4-BE49-F238E27FC236}">
                <a16:creationId xmlns:a16="http://schemas.microsoft.com/office/drawing/2014/main" id="{24C79672-62A2-4BDE-B637-936D1CA346BF}"/>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F9A4BED-DB37-4BF3-A7D7-E455ED1F4C30}"/>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01 / QUIÉNES SOMOS</a:t>
            </a:r>
          </a:p>
        </p:txBody>
      </p:sp>
      <p:sp>
        <p:nvSpPr>
          <p:cNvPr id="19" name="">
            <a:extLst xmlns:a="http://schemas.openxmlformats.org/drawingml/2006/main">
              <a:ext uri="{FF2B5EF4-FFF2-40B4-BE49-F238E27FC236}">
                <a16:creationId xmlns:a16="http://schemas.microsoft.com/office/drawing/2014/main" id="{5FBD334A-3F28-49C9-B5C0-77B4E80F6C3D}"/>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02 / 16</a:t>
            </a:r>
          </a:p>
        </p:txBody>
      </p:sp>
    </p:spTree>
    <p:extLst>
      <p:ext uri="{BB962C8B-B14F-4D97-AF65-F5344CB8AC3E}">
        <p14:creationId xmlns:p14="http://schemas.microsoft.com/office/powerpoint/2010/main" val="1411266327"/>
      </p:ext>
    </p:extLst>
  </p:cSld>
</p:sld>
</file>

<file path=ppt/slides/slide3.xml><?xml version="1.0" encoding="utf-8"?>
<p:sld xmlns:p="http://schemas.openxmlformats.org/presentationml/2006/main">
  <p:cSld>
    <p:bg>
      <p:bgPr>
        <a:solidFill xmlns:a="http://schemas.openxmlformats.org/drawingml/2006/main">
          <a:srgbClr val="CF172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77B1B3B-88A7-4E0D-B7BC-0CD99D619D52}"/>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FF8D9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0FC08C-8355-4284-B779-213A076ADA9A}"/>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B8BD"/>
                </a:solidFill>
                <a:latin typeface="Arial"/>
                <a:ea typeface="Arial"/>
                <a:cs typeface="Arial"/>
              </a:defRPr>
            </a:defPPr>
            <a:lvl1pPr algn="l">
              <a:defRPr sz="900" b="1" i="0">
                <a:solidFill>
                  <a:srgbClr val="FFB8BD"/>
                </a:solidFill>
                <a:latin typeface="Arial"/>
                <a:ea typeface="Arial"/>
                <a:cs typeface="Arial"/>
              </a:defRPr>
            </a:lvl1pPr>
            <a:lvl2pPr algn="l">
              <a:defRPr sz="900" b="1" i="0">
                <a:solidFill>
                  <a:srgbClr val="FFB8BD"/>
                </a:solidFill>
                <a:latin typeface="Arial"/>
                <a:ea typeface="Arial"/>
                <a:cs typeface="Arial"/>
              </a:defRPr>
            </a:lvl2pPr>
            <a:lvl3pPr algn="l">
              <a:defRPr sz="900" b="1" i="0">
                <a:solidFill>
                  <a:srgbClr val="FFB8BD"/>
                </a:solidFill>
                <a:latin typeface="Arial"/>
                <a:ea typeface="Arial"/>
                <a:cs typeface="Arial"/>
              </a:defRPr>
            </a:lvl3pPr>
            <a:lvl4pPr algn="l">
              <a:defRPr sz="900" b="1" i="0">
                <a:solidFill>
                  <a:srgbClr val="FFB8BD"/>
                </a:solidFill>
                <a:latin typeface="Arial"/>
                <a:ea typeface="Arial"/>
                <a:cs typeface="Arial"/>
              </a:defRPr>
            </a:lvl4pPr>
            <a:lvl5pPr algn="l">
              <a:defRPr sz="900" b="1" i="0">
                <a:solidFill>
                  <a:srgbClr val="FFB8BD"/>
                </a:solidFill>
                <a:latin typeface="Arial"/>
                <a:ea typeface="Arial"/>
                <a:cs typeface="Arial"/>
              </a:defRPr>
            </a:lvl5pPr>
            <a:lvl6pPr algn="l">
              <a:defRPr sz="900" b="1" i="0">
                <a:solidFill>
                  <a:srgbClr val="FFB8BD"/>
                </a:solidFill>
                <a:latin typeface="Arial"/>
                <a:ea typeface="Arial"/>
                <a:cs typeface="Arial"/>
              </a:defRPr>
            </a:lvl6pPr>
            <a:lvl7pPr algn="l">
              <a:defRPr sz="900" b="1" i="0">
                <a:solidFill>
                  <a:srgbClr val="FFB8BD"/>
                </a:solidFill>
                <a:latin typeface="Arial"/>
                <a:ea typeface="Arial"/>
                <a:cs typeface="Arial"/>
              </a:defRPr>
            </a:lvl7pPr>
            <a:lvl8pPr algn="l">
              <a:defRPr sz="900" b="1" i="0">
                <a:solidFill>
                  <a:srgbClr val="FFB8BD"/>
                </a:solidFill>
                <a:latin typeface="Arial"/>
                <a:ea typeface="Arial"/>
                <a:cs typeface="Arial"/>
              </a:defRPr>
            </a:lvl8pPr>
            <a:lvl9pPr algn="l">
              <a:defRPr sz="900" b="1" i="0">
                <a:solidFill>
                  <a:srgbClr val="FFB8BD"/>
                </a:solidFill>
                <a:latin typeface="Arial"/>
                <a:ea typeface="Arial"/>
                <a:cs typeface="Arial"/>
              </a:defRPr>
            </a:lvl9pPr>
          </a:lstStyle>
          <a:p xmlns:a="http://schemas.openxmlformats.org/drawingml/2006/main">
            <a:pPr algn="l">
              <a:lnSpc>
                <a:spcPct val="102000"/>
              </a:lnSpc>
              <a:buNone/>
              <a:defRPr sz="900" b="1" i="0">
                <a:solidFill>
                  <a:srgbClr val="FFB8BD"/>
                </a:solidFill>
                <a:latin typeface="Arial"/>
                <a:ea typeface="Arial"/>
                <a:cs typeface="Arial"/>
              </a:defRPr>
            </a:pPr>
            <a:r>
              <a:rPr sz="900" b="1" i="0">
                <a:solidFill>
                  <a:srgbClr val="FFB8BD"/>
                </a:solidFill>
                <a:latin typeface="Arial"/>
                <a:ea typeface="Arial"/>
                <a:cs typeface="Arial"/>
              </a:rPr>
              <a:t>02 / QUÉ HACEMOS</a:t>
            </a:r>
          </a:p>
        </p:txBody>
      </p:sp>
      <p:sp>
        <p:nvSpPr>
          <p:cNvPr id="3" name="">
            <a:extLst xmlns:a="http://schemas.openxmlformats.org/drawingml/2006/main">
              <a:ext uri="{FF2B5EF4-FFF2-40B4-BE49-F238E27FC236}">
                <a16:creationId xmlns:a16="http://schemas.microsoft.com/office/drawing/2014/main" id="{91386DD3-7AA9-4FE6-B29E-9583AD98945C}"/>
              </a:ext>
            </a:extLst>
          </p:cNvPr>
          <p:cNvSpPr>
            <a:spLocks xmlns:a="http://schemas.openxmlformats.org/drawingml/2006/main" noGrp="1"/>
          </p:cNvSpPr>
          <p:nvPr/>
        </p:nvSpPr>
        <p:spPr>
          <a:xfrm xmlns:a="http://schemas.openxmlformats.org/drawingml/2006/main">
            <a:off x="762000" y="1143000"/>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775" b="0" i="0">
                <a:solidFill>
                  <a:srgbClr val="FFFFFF"/>
                </a:solidFill>
                <a:latin typeface="Georgia"/>
                <a:ea typeface="Georgia"/>
                <a:cs typeface="Georgia"/>
              </a:defRPr>
            </a:defPPr>
            <a:lvl1pPr algn="l">
              <a:defRPr sz="5775" b="0" i="0">
                <a:solidFill>
                  <a:srgbClr val="FFFFFF"/>
                </a:solidFill>
                <a:latin typeface="Georgia"/>
                <a:ea typeface="Georgia"/>
                <a:cs typeface="Georgia"/>
              </a:defRPr>
            </a:lvl1pPr>
            <a:lvl2pPr algn="l">
              <a:defRPr sz="5775" b="0" i="0">
                <a:solidFill>
                  <a:srgbClr val="FFFFFF"/>
                </a:solidFill>
                <a:latin typeface="Georgia"/>
                <a:ea typeface="Georgia"/>
                <a:cs typeface="Georgia"/>
              </a:defRPr>
            </a:lvl2pPr>
            <a:lvl3pPr algn="l">
              <a:defRPr sz="5775" b="0" i="0">
                <a:solidFill>
                  <a:srgbClr val="FFFFFF"/>
                </a:solidFill>
                <a:latin typeface="Georgia"/>
                <a:ea typeface="Georgia"/>
                <a:cs typeface="Georgia"/>
              </a:defRPr>
            </a:lvl3pPr>
            <a:lvl4pPr algn="l">
              <a:defRPr sz="5775" b="0" i="0">
                <a:solidFill>
                  <a:srgbClr val="FFFFFF"/>
                </a:solidFill>
                <a:latin typeface="Georgia"/>
                <a:ea typeface="Georgia"/>
                <a:cs typeface="Georgia"/>
              </a:defRPr>
            </a:lvl4pPr>
            <a:lvl5pPr algn="l">
              <a:defRPr sz="5775" b="0" i="0">
                <a:solidFill>
                  <a:srgbClr val="FFFFFF"/>
                </a:solidFill>
                <a:latin typeface="Georgia"/>
                <a:ea typeface="Georgia"/>
                <a:cs typeface="Georgia"/>
              </a:defRPr>
            </a:lvl5pPr>
            <a:lvl6pPr algn="l">
              <a:defRPr sz="5775" b="0" i="0">
                <a:solidFill>
                  <a:srgbClr val="FFFFFF"/>
                </a:solidFill>
                <a:latin typeface="Georgia"/>
                <a:ea typeface="Georgia"/>
                <a:cs typeface="Georgia"/>
              </a:defRPr>
            </a:lvl6pPr>
            <a:lvl7pPr algn="l">
              <a:defRPr sz="5775" b="0" i="0">
                <a:solidFill>
                  <a:srgbClr val="FFFFFF"/>
                </a:solidFill>
                <a:latin typeface="Georgia"/>
                <a:ea typeface="Georgia"/>
                <a:cs typeface="Georgia"/>
              </a:defRPr>
            </a:lvl7pPr>
            <a:lvl8pPr algn="l">
              <a:defRPr sz="5775" b="0" i="0">
                <a:solidFill>
                  <a:srgbClr val="FFFFFF"/>
                </a:solidFill>
                <a:latin typeface="Georgia"/>
                <a:ea typeface="Georgia"/>
                <a:cs typeface="Georgia"/>
              </a:defRPr>
            </a:lvl8pPr>
            <a:lvl9pPr algn="l">
              <a:defRPr sz="5775" b="0" i="0">
                <a:solidFill>
                  <a:srgbClr val="FFFFFF"/>
                </a:solidFill>
                <a:latin typeface="Georgia"/>
                <a:ea typeface="Georgia"/>
                <a:cs typeface="Georgia"/>
              </a:defRPr>
            </a:lvl9pPr>
          </a:lstStyle>
          <a:p xmlns:a="http://schemas.openxmlformats.org/drawingml/2006/main">
            <a:pPr algn="l">
              <a:lnSpc>
                <a:spcPct val="102000"/>
              </a:lnSpc>
              <a:buNone/>
              <a:defRPr sz="5775" b="0" i="0">
                <a:solidFill>
                  <a:srgbClr val="FFFFFF"/>
                </a:solidFill>
                <a:latin typeface="Georgia"/>
                <a:ea typeface="Georgia"/>
                <a:cs typeface="Georgia"/>
              </a:defRPr>
            </a:pPr>
            <a:r>
              <a:rPr sz="5775" b="0" i="0">
                <a:solidFill>
                  <a:srgbClr val="FFFFFF"/>
                </a:solidFill>
                <a:latin typeface="Georgia"/>
                <a:ea typeface="Georgia"/>
                <a:cs typeface="Georgia"/>
              </a:rPr>
              <a:t>El ciclo completo de la</a:t>
            </a:r>
          </a:p>
        </p:txBody>
      </p:sp>
      <p:sp>
        <p:nvSpPr>
          <p:cNvPr id="4" name="">
            <a:extLst xmlns:a="http://schemas.openxmlformats.org/drawingml/2006/main">
              <a:ext uri="{FF2B5EF4-FFF2-40B4-BE49-F238E27FC236}">
                <a16:creationId xmlns:a16="http://schemas.microsoft.com/office/drawing/2014/main" id="{7FF6654C-ABF3-46C8-AC7D-F18E30A6779E}"/>
              </a:ext>
            </a:extLst>
          </p:cNvPr>
          <p:cNvSpPr>
            <a:spLocks xmlns:a="http://schemas.openxmlformats.org/drawingml/2006/main" noGrp="1"/>
          </p:cNvSpPr>
          <p:nvPr/>
        </p:nvSpPr>
        <p:spPr>
          <a:xfrm xmlns:a="http://schemas.openxmlformats.org/drawingml/2006/main">
            <a:off x="762000" y="2066925"/>
            <a:ext cx="10477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480"/>
          </a:bodyPr>
          <a:lstStyle xmlns:a="http://schemas.openxmlformats.org/drawingml/2006/main">
            <a:defPPr algn="l">
              <a:defRPr sz="7875" b="0" i="1">
                <a:solidFill>
                  <a:srgbClr val="FFD8CD"/>
                </a:solidFill>
                <a:latin typeface="Georgia"/>
                <a:ea typeface="Georgia"/>
                <a:cs typeface="Georgia"/>
              </a:defRPr>
            </a:defPPr>
            <a:lvl1pPr algn="l">
              <a:defRPr sz="7875" b="0" i="1">
                <a:solidFill>
                  <a:srgbClr val="FFD8CD"/>
                </a:solidFill>
                <a:latin typeface="Georgia"/>
                <a:ea typeface="Georgia"/>
                <a:cs typeface="Georgia"/>
              </a:defRPr>
            </a:lvl1pPr>
            <a:lvl2pPr algn="l">
              <a:defRPr sz="7875" b="0" i="1">
                <a:solidFill>
                  <a:srgbClr val="FFD8CD"/>
                </a:solidFill>
                <a:latin typeface="Georgia"/>
                <a:ea typeface="Georgia"/>
                <a:cs typeface="Georgia"/>
              </a:defRPr>
            </a:lvl2pPr>
            <a:lvl3pPr algn="l">
              <a:defRPr sz="7875" b="0" i="1">
                <a:solidFill>
                  <a:srgbClr val="FFD8CD"/>
                </a:solidFill>
                <a:latin typeface="Georgia"/>
                <a:ea typeface="Georgia"/>
                <a:cs typeface="Georgia"/>
              </a:defRPr>
            </a:lvl3pPr>
            <a:lvl4pPr algn="l">
              <a:defRPr sz="7875" b="0" i="1">
                <a:solidFill>
                  <a:srgbClr val="FFD8CD"/>
                </a:solidFill>
                <a:latin typeface="Georgia"/>
                <a:ea typeface="Georgia"/>
                <a:cs typeface="Georgia"/>
              </a:defRPr>
            </a:lvl4pPr>
            <a:lvl5pPr algn="l">
              <a:defRPr sz="7875" b="0" i="1">
                <a:solidFill>
                  <a:srgbClr val="FFD8CD"/>
                </a:solidFill>
                <a:latin typeface="Georgia"/>
                <a:ea typeface="Georgia"/>
                <a:cs typeface="Georgia"/>
              </a:defRPr>
            </a:lvl5pPr>
            <a:lvl6pPr algn="l">
              <a:defRPr sz="7875" b="0" i="1">
                <a:solidFill>
                  <a:srgbClr val="FFD8CD"/>
                </a:solidFill>
                <a:latin typeface="Georgia"/>
                <a:ea typeface="Georgia"/>
                <a:cs typeface="Georgia"/>
              </a:defRPr>
            </a:lvl6pPr>
            <a:lvl7pPr algn="l">
              <a:defRPr sz="7875" b="0" i="1">
                <a:solidFill>
                  <a:srgbClr val="FFD8CD"/>
                </a:solidFill>
                <a:latin typeface="Georgia"/>
                <a:ea typeface="Georgia"/>
                <a:cs typeface="Georgia"/>
              </a:defRPr>
            </a:lvl7pPr>
            <a:lvl8pPr algn="l">
              <a:defRPr sz="7875" b="0" i="1">
                <a:solidFill>
                  <a:srgbClr val="FFD8CD"/>
                </a:solidFill>
                <a:latin typeface="Georgia"/>
                <a:ea typeface="Georgia"/>
                <a:cs typeface="Georgia"/>
              </a:defRPr>
            </a:lvl8pPr>
            <a:lvl9pPr algn="l">
              <a:defRPr sz="7875" b="0" i="1">
                <a:solidFill>
                  <a:srgbClr val="FFD8CD"/>
                </a:solidFill>
                <a:latin typeface="Georgia"/>
                <a:ea typeface="Georgia"/>
                <a:cs typeface="Georgia"/>
              </a:defRPr>
            </a:lvl9pPr>
          </a:lstStyle>
          <a:p xmlns:a="http://schemas.openxmlformats.org/drawingml/2006/main">
            <a:pPr algn="l">
              <a:lnSpc>
                <a:spcPct val="102000"/>
              </a:lnSpc>
              <a:buNone/>
              <a:defRPr sz="7875" b="0" i="1">
                <a:solidFill>
                  <a:srgbClr val="FFD8CD"/>
                </a:solidFill>
                <a:latin typeface="Georgia"/>
                <a:ea typeface="Georgia"/>
                <a:cs typeface="Georgia"/>
              </a:defRPr>
            </a:pPr>
            <a:r>
              <a:rPr sz="7875" b="0" i="1">
                <a:solidFill>
                  <a:srgbClr val="FFD8CD"/>
                </a:solidFill>
                <a:latin typeface="Georgia"/>
                <a:ea typeface="Georgia"/>
                <a:cs typeface="Georgia"/>
              </a:rPr>
              <a:t>mercancía</a:t>
            </a:r>
          </a:p>
        </p:txBody>
      </p:sp>
      <p:sp>
        <p:nvSpPr>
          <p:cNvPr id="5" name="">
            <a:extLst xmlns:a="http://schemas.openxmlformats.org/drawingml/2006/main">
              <a:ext uri="{FF2B5EF4-FFF2-40B4-BE49-F238E27FC236}">
                <a16:creationId xmlns:a16="http://schemas.microsoft.com/office/drawing/2014/main" id="{3D600435-BA42-4357-BE6D-53C59B613853}"/>
              </a:ext>
            </a:extLst>
          </p:cNvPr>
          <p:cNvSpPr>
            <a:spLocks xmlns:a="http://schemas.openxmlformats.org/drawingml/2006/main" noGrp="1"/>
          </p:cNvSpPr>
          <p:nvPr/>
        </p:nvSpPr>
        <p:spPr>
          <a:xfrm xmlns:a="http://schemas.openxmlformats.org/drawingml/2006/main">
            <a:off x="762000" y="3362325"/>
            <a:ext cx="8382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i="0">
                <a:solidFill>
                  <a:srgbClr val="FFF4F1"/>
                </a:solidFill>
                <a:latin typeface="Arial"/>
                <a:ea typeface="Arial"/>
                <a:cs typeface="Arial"/>
              </a:defRPr>
            </a:defPPr>
            <a:lvl1pPr algn="l">
              <a:defRPr sz="1800" b="0" i="0">
                <a:solidFill>
                  <a:srgbClr val="FFF4F1"/>
                </a:solidFill>
                <a:latin typeface="Arial"/>
                <a:ea typeface="Arial"/>
                <a:cs typeface="Arial"/>
              </a:defRPr>
            </a:lvl1pPr>
            <a:lvl2pPr algn="l">
              <a:defRPr sz="1800" b="0" i="0">
                <a:solidFill>
                  <a:srgbClr val="FFF4F1"/>
                </a:solidFill>
                <a:latin typeface="Arial"/>
                <a:ea typeface="Arial"/>
                <a:cs typeface="Arial"/>
              </a:defRPr>
            </a:lvl2pPr>
            <a:lvl3pPr algn="l">
              <a:defRPr sz="1800" b="0" i="0">
                <a:solidFill>
                  <a:srgbClr val="FFF4F1"/>
                </a:solidFill>
                <a:latin typeface="Arial"/>
                <a:ea typeface="Arial"/>
                <a:cs typeface="Arial"/>
              </a:defRPr>
            </a:lvl3pPr>
            <a:lvl4pPr algn="l">
              <a:defRPr sz="1800" b="0" i="0">
                <a:solidFill>
                  <a:srgbClr val="FFF4F1"/>
                </a:solidFill>
                <a:latin typeface="Arial"/>
                <a:ea typeface="Arial"/>
                <a:cs typeface="Arial"/>
              </a:defRPr>
            </a:lvl4pPr>
            <a:lvl5pPr algn="l">
              <a:defRPr sz="1800" b="0" i="0">
                <a:solidFill>
                  <a:srgbClr val="FFF4F1"/>
                </a:solidFill>
                <a:latin typeface="Arial"/>
                <a:ea typeface="Arial"/>
                <a:cs typeface="Arial"/>
              </a:defRPr>
            </a:lvl5pPr>
            <a:lvl6pPr algn="l">
              <a:defRPr sz="1800" b="0" i="0">
                <a:solidFill>
                  <a:srgbClr val="FFF4F1"/>
                </a:solidFill>
                <a:latin typeface="Arial"/>
                <a:ea typeface="Arial"/>
                <a:cs typeface="Arial"/>
              </a:defRPr>
            </a:lvl6pPr>
            <a:lvl7pPr algn="l">
              <a:defRPr sz="1800" b="0" i="0">
                <a:solidFill>
                  <a:srgbClr val="FFF4F1"/>
                </a:solidFill>
                <a:latin typeface="Arial"/>
                <a:ea typeface="Arial"/>
                <a:cs typeface="Arial"/>
              </a:defRPr>
            </a:lvl7pPr>
            <a:lvl8pPr algn="l">
              <a:defRPr sz="1800" b="0" i="0">
                <a:solidFill>
                  <a:srgbClr val="FFF4F1"/>
                </a:solidFill>
                <a:latin typeface="Arial"/>
                <a:ea typeface="Arial"/>
                <a:cs typeface="Arial"/>
              </a:defRPr>
            </a:lvl8pPr>
            <a:lvl9pPr algn="l">
              <a:defRPr sz="1800" b="0" i="0">
                <a:solidFill>
                  <a:srgbClr val="FFF4F1"/>
                </a:solidFill>
                <a:latin typeface="Arial"/>
                <a:ea typeface="Arial"/>
                <a:cs typeface="Arial"/>
              </a:defRPr>
            </a:lvl9pPr>
          </a:lstStyle>
          <a:p xmlns:a="http://schemas.openxmlformats.org/drawingml/2006/main">
            <a:pPr algn="l">
              <a:lnSpc>
                <a:spcPct val="102000"/>
              </a:lnSpc>
              <a:buNone/>
              <a:defRPr sz="1800" b="0" i="0">
                <a:solidFill>
                  <a:srgbClr val="FFF4F1"/>
                </a:solidFill>
                <a:latin typeface="Arial"/>
                <a:ea typeface="Arial"/>
                <a:cs typeface="Arial"/>
              </a:defRPr>
            </a:pPr>
            <a:r>
              <a:rPr sz="1800" b="0" i="0">
                <a:solidFill>
                  <a:srgbClr val="FFF4F1"/>
                </a:solidFill>
                <a:latin typeface="Arial"/>
                <a:ea typeface="Arial"/>
                <a:cs typeface="Arial"/>
              </a:rPr>
              <a:t>De la recogida a la entrega final, con almacenaje y preparación de pedidos para que el cliente pueda centrarse en su negocio.</a:t>
            </a:r>
          </a:p>
        </p:txBody>
      </p:sp>
      <p:sp>
        <p:nvSpPr>
          <p:cNvPr id="6" name="">
            <a:extLst xmlns:a="http://schemas.openxmlformats.org/drawingml/2006/main">
              <a:ext uri="{FF2B5EF4-FFF2-40B4-BE49-F238E27FC236}">
                <a16:creationId xmlns:a16="http://schemas.microsoft.com/office/drawing/2014/main" id="{48845543-F0E6-4FAF-A49E-325BFE06ABD1}"/>
              </a:ext>
            </a:extLst>
          </p:cNvPr>
          <p:cNvSpPr>
            <a:spLocks xmlns:a="http://schemas.openxmlformats.org/drawingml/2006/main" noGrp="1"/>
          </p:cNvSpPr>
          <p:nvPr/>
        </p:nvSpPr>
        <p:spPr>
          <a:xfrm xmlns:a="http://schemas.openxmlformats.org/drawingml/2006/main">
            <a:off x="762000" y="4610100"/>
            <a:ext cx="1857375" cy="9525"/>
          </a:xfrm>
          <a:prstGeom xmlns:a="http://schemas.openxmlformats.org/drawingml/2006/main" prst="rect">
            <a:avLst/>
          </a:prstGeom>
          <a:solidFill xmlns:a="http://schemas.openxmlformats.org/drawingml/2006/main">
            <a:srgbClr val="FFFFFF">
              <a:alpha val="70000"/>
            </a:srgbClr>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124E963-B7A2-425D-B0E0-2A9B7D14A492}"/>
              </a:ext>
            </a:extLst>
          </p:cNvPr>
          <p:cNvSpPr>
            <a:spLocks xmlns:a="http://schemas.openxmlformats.org/drawingml/2006/main" noGrp="1"/>
          </p:cNvSpPr>
          <p:nvPr/>
        </p:nvSpPr>
        <p:spPr>
          <a:xfrm xmlns:a="http://schemas.openxmlformats.org/drawingml/2006/main">
            <a:off x="762000" y="47910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FE4DF"/>
                </a:solidFill>
                <a:latin typeface="Arial"/>
                <a:ea typeface="Arial"/>
                <a:cs typeface="Arial"/>
              </a:defRPr>
            </a:defPPr>
            <a:lvl1pPr algn="l">
              <a:defRPr sz="975" b="1" i="0">
                <a:solidFill>
                  <a:srgbClr val="FFE4DF"/>
                </a:solidFill>
                <a:latin typeface="Arial"/>
                <a:ea typeface="Arial"/>
                <a:cs typeface="Arial"/>
              </a:defRPr>
            </a:lvl1pPr>
            <a:lvl2pPr algn="l">
              <a:defRPr sz="975" b="1" i="0">
                <a:solidFill>
                  <a:srgbClr val="FFE4DF"/>
                </a:solidFill>
                <a:latin typeface="Arial"/>
                <a:ea typeface="Arial"/>
                <a:cs typeface="Arial"/>
              </a:defRPr>
            </a:lvl2pPr>
            <a:lvl3pPr algn="l">
              <a:defRPr sz="975" b="1" i="0">
                <a:solidFill>
                  <a:srgbClr val="FFE4DF"/>
                </a:solidFill>
                <a:latin typeface="Arial"/>
                <a:ea typeface="Arial"/>
                <a:cs typeface="Arial"/>
              </a:defRPr>
            </a:lvl3pPr>
            <a:lvl4pPr algn="l">
              <a:defRPr sz="975" b="1" i="0">
                <a:solidFill>
                  <a:srgbClr val="FFE4DF"/>
                </a:solidFill>
                <a:latin typeface="Arial"/>
                <a:ea typeface="Arial"/>
                <a:cs typeface="Arial"/>
              </a:defRPr>
            </a:lvl4pPr>
            <a:lvl5pPr algn="l">
              <a:defRPr sz="975" b="1" i="0">
                <a:solidFill>
                  <a:srgbClr val="FFE4DF"/>
                </a:solidFill>
                <a:latin typeface="Arial"/>
                <a:ea typeface="Arial"/>
                <a:cs typeface="Arial"/>
              </a:defRPr>
            </a:lvl5pPr>
            <a:lvl6pPr algn="l">
              <a:defRPr sz="975" b="1" i="0">
                <a:solidFill>
                  <a:srgbClr val="FFE4DF"/>
                </a:solidFill>
                <a:latin typeface="Arial"/>
                <a:ea typeface="Arial"/>
                <a:cs typeface="Arial"/>
              </a:defRPr>
            </a:lvl6pPr>
            <a:lvl7pPr algn="l">
              <a:defRPr sz="975" b="1" i="0">
                <a:solidFill>
                  <a:srgbClr val="FFE4DF"/>
                </a:solidFill>
                <a:latin typeface="Arial"/>
                <a:ea typeface="Arial"/>
                <a:cs typeface="Arial"/>
              </a:defRPr>
            </a:lvl7pPr>
            <a:lvl8pPr algn="l">
              <a:defRPr sz="975" b="1" i="0">
                <a:solidFill>
                  <a:srgbClr val="FFE4DF"/>
                </a:solidFill>
                <a:latin typeface="Arial"/>
                <a:ea typeface="Arial"/>
                <a:cs typeface="Arial"/>
              </a:defRPr>
            </a:lvl8pPr>
            <a:lvl9pPr algn="l">
              <a:defRPr sz="975" b="1" i="0">
                <a:solidFill>
                  <a:srgbClr val="FFE4DF"/>
                </a:solidFill>
                <a:latin typeface="Arial"/>
                <a:ea typeface="Arial"/>
                <a:cs typeface="Arial"/>
              </a:defRPr>
            </a:lvl9pPr>
          </a:lstStyle>
          <a:p xmlns:a="http://schemas.openxmlformats.org/drawingml/2006/main">
            <a:pPr algn="l">
              <a:lnSpc>
                <a:spcPct val="102000"/>
              </a:lnSpc>
              <a:buNone/>
              <a:defRPr sz="975" b="1" i="0">
                <a:solidFill>
                  <a:srgbClr val="FFE4DF"/>
                </a:solidFill>
                <a:latin typeface="Arial"/>
                <a:ea typeface="Arial"/>
                <a:cs typeface="Arial"/>
              </a:defRPr>
            </a:pPr>
            <a:r>
              <a:rPr sz="975" b="1" i="0">
                <a:solidFill>
                  <a:srgbClr val="FFE4D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E2FFC5D9-7453-4F90-9304-E32A5D64C443}"/>
              </a:ext>
            </a:extLst>
          </p:cNvPr>
          <p:cNvSpPr>
            <a:spLocks xmlns:a="http://schemas.openxmlformats.org/drawingml/2006/main" noGrp="1"/>
          </p:cNvSpPr>
          <p:nvPr/>
        </p:nvSpPr>
        <p:spPr>
          <a:xfrm xmlns:a="http://schemas.openxmlformats.org/drawingml/2006/main">
            <a:off x="762000" y="5095875"/>
            <a:ext cx="190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i="0">
                <a:solidFill>
                  <a:srgbClr val="FFFFFF"/>
                </a:solidFill>
                <a:latin typeface="Georgia"/>
                <a:ea typeface="Georgia"/>
                <a:cs typeface="Georgia"/>
              </a:defRPr>
            </a:defPPr>
            <a:lvl1pPr algn="l">
              <a:defRPr sz="2400" b="0" i="0">
                <a:solidFill>
                  <a:srgbClr val="FFFFFF"/>
                </a:solidFill>
                <a:latin typeface="Georgia"/>
                <a:ea typeface="Georgia"/>
                <a:cs typeface="Georgia"/>
              </a:defRPr>
            </a:lvl1pPr>
            <a:lvl2pPr algn="l">
              <a:defRPr sz="2400" b="0" i="0">
                <a:solidFill>
                  <a:srgbClr val="FFFFFF"/>
                </a:solidFill>
                <a:latin typeface="Georgia"/>
                <a:ea typeface="Georgia"/>
                <a:cs typeface="Georgia"/>
              </a:defRPr>
            </a:lvl2pPr>
            <a:lvl3pPr algn="l">
              <a:defRPr sz="2400" b="0" i="0">
                <a:solidFill>
                  <a:srgbClr val="FFFFFF"/>
                </a:solidFill>
                <a:latin typeface="Georgia"/>
                <a:ea typeface="Georgia"/>
                <a:cs typeface="Georgia"/>
              </a:defRPr>
            </a:lvl3pPr>
            <a:lvl4pPr algn="l">
              <a:defRPr sz="2400" b="0" i="0">
                <a:solidFill>
                  <a:srgbClr val="FFFFFF"/>
                </a:solidFill>
                <a:latin typeface="Georgia"/>
                <a:ea typeface="Georgia"/>
                <a:cs typeface="Georgia"/>
              </a:defRPr>
            </a:lvl4pPr>
            <a:lvl5pPr algn="l">
              <a:defRPr sz="2400" b="0" i="0">
                <a:solidFill>
                  <a:srgbClr val="FFFFFF"/>
                </a:solidFill>
                <a:latin typeface="Georgia"/>
                <a:ea typeface="Georgia"/>
                <a:cs typeface="Georgia"/>
              </a:defRPr>
            </a:lvl5pPr>
            <a:lvl6pPr algn="l">
              <a:defRPr sz="2400" b="0" i="0">
                <a:solidFill>
                  <a:srgbClr val="FFFFFF"/>
                </a:solidFill>
                <a:latin typeface="Georgia"/>
                <a:ea typeface="Georgia"/>
                <a:cs typeface="Georgia"/>
              </a:defRPr>
            </a:lvl6pPr>
            <a:lvl7pPr algn="l">
              <a:defRPr sz="2400" b="0" i="0">
                <a:solidFill>
                  <a:srgbClr val="FFFFFF"/>
                </a:solidFill>
                <a:latin typeface="Georgia"/>
                <a:ea typeface="Georgia"/>
                <a:cs typeface="Georgia"/>
              </a:defRPr>
            </a:lvl7pPr>
            <a:lvl8pPr algn="l">
              <a:defRPr sz="2400" b="0" i="0">
                <a:solidFill>
                  <a:srgbClr val="FFFFFF"/>
                </a:solidFill>
                <a:latin typeface="Georgia"/>
                <a:ea typeface="Georgia"/>
                <a:cs typeface="Georgia"/>
              </a:defRPr>
            </a:lvl8pPr>
            <a:lvl9pPr algn="l">
              <a:defRPr sz="2400" b="0" i="0">
                <a:solidFill>
                  <a:srgbClr val="FFFFFF"/>
                </a:solidFill>
                <a:latin typeface="Georgia"/>
                <a:ea typeface="Georgia"/>
                <a:cs typeface="Georgia"/>
              </a:defRPr>
            </a:lvl9pPr>
          </a:lstStyle>
          <a:p xmlns:a="http://schemas.openxmlformats.org/drawingml/2006/main">
            <a:pPr algn="l">
              <a:lnSpc>
                <a:spcPct val="102000"/>
              </a:lnSpc>
              <a:buNone/>
              <a:defRPr sz="2400" b="0" i="0">
                <a:solidFill>
                  <a:srgbClr val="FFFFFF"/>
                </a:solidFill>
                <a:latin typeface="Georgia"/>
                <a:ea typeface="Georgia"/>
                <a:cs typeface="Georgia"/>
              </a:defRPr>
            </a:pPr>
            <a:r>
              <a:rPr sz="2400" b="0" i="0">
                <a:solidFill>
                  <a:srgbClr val="FFFFFF"/>
                </a:solidFill>
                <a:latin typeface="Georgia"/>
                <a:ea typeface="Georgia"/>
                <a:cs typeface="Georgia"/>
              </a:rPr>
              <a:t>Recogida</a:t>
            </a:r>
          </a:p>
        </p:txBody>
      </p:sp>
      <p:sp>
        <p:nvSpPr>
          <p:cNvPr id="9" name="">
            <a:extLst xmlns:a="http://schemas.openxmlformats.org/drawingml/2006/main">
              <a:ext uri="{FF2B5EF4-FFF2-40B4-BE49-F238E27FC236}">
                <a16:creationId xmlns:a16="http://schemas.microsoft.com/office/drawing/2014/main" id="{F7AFDF6B-F269-447E-AA2B-C9B5B77FE261}"/>
              </a:ext>
            </a:extLst>
          </p:cNvPr>
          <p:cNvSpPr>
            <a:spLocks xmlns:a="http://schemas.openxmlformats.org/drawingml/2006/main" noGrp="1"/>
          </p:cNvSpPr>
          <p:nvPr/>
        </p:nvSpPr>
        <p:spPr>
          <a:xfrm xmlns:a="http://schemas.openxmlformats.org/drawingml/2006/main">
            <a:off x="2905125" y="4610100"/>
            <a:ext cx="1857375" cy="9525"/>
          </a:xfrm>
          <a:prstGeom xmlns:a="http://schemas.openxmlformats.org/drawingml/2006/main" prst="rect">
            <a:avLst/>
          </a:prstGeom>
          <a:solidFill xmlns:a="http://schemas.openxmlformats.org/drawingml/2006/main">
            <a:srgbClr val="FFFFFF">
              <a:alpha val="70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ABFB8F8-8691-48D4-A336-8968BA8D477A}"/>
              </a:ext>
            </a:extLst>
          </p:cNvPr>
          <p:cNvSpPr>
            <a:spLocks xmlns:a="http://schemas.openxmlformats.org/drawingml/2006/main" noGrp="1"/>
          </p:cNvSpPr>
          <p:nvPr/>
        </p:nvSpPr>
        <p:spPr>
          <a:xfrm xmlns:a="http://schemas.openxmlformats.org/drawingml/2006/main">
            <a:off x="2905125" y="47910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FE4DF"/>
                </a:solidFill>
                <a:latin typeface="Arial"/>
                <a:ea typeface="Arial"/>
                <a:cs typeface="Arial"/>
              </a:defRPr>
            </a:defPPr>
            <a:lvl1pPr algn="l">
              <a:defRPr sz="975" b="1" i="0">
                <a:solidFill>
                  <a:srgbClr val="FFE4DF"/>
                </a:solidFill>
                <a:latin typeface="Arial"/>
                <a:ea typeface="Arial"/>
                <a:cs typeface="Arial"/>
              </a:defRPr>
            </a:lvl1pPr>
            <a:lvl2pPr algn="l">
              <a:defRPr sz="975" b="1" i="0">
                <a:solidFill>
                  <a:srgbClr val="FFE4DF"/>
                </a:solidFill>
                <a:latin typeface="Arial"/>
                <a:ea typeface="Arial"/>
                <a:cs typeface="Arial"/>
              </a:defRPr>
            </a:lvl2pPr>
            <a:lvl3pPr algn="l">
              <a:defRPr sz="975" b="1" i="0">
                <a:solidFill>
                  <a:srgbClr val="FFE4DF"/>
                </a:solidFill>
                <a:latin typeface="Arial"/>
                <a:ea typeface="Arial"/>
                <a:cs typeface="Arial"/>
              </a:defRPr>
            </a:lvl3pPr>
            <a:lvl4pPr algn="l">
              <a:defRPr sz="975" b="1" i="0">
                <a:solidFill>
                  <a:srgbClr val="FFE4DF"/>
                </a:solidFill>
                <a:latin typeface="Arial"/>
                <a:ea typeface="Arial"/>
                <a:cs typeface="Arial"/>
              </a:defRPr>
            </a:lvl4pPr>
            <a:lvl5pPr algn="l">
              <a:defRPr sz="975" b="1" i="0">
                <a:solidFill>
                  <a:srgbClr val="FFE4DF"/>
                </a:solidFill>
                <a:latin typeface="Arial"/>
                <a:ea typeface="Arial"/>
                <a:cs typeface="Arial"/>
              </a:defRPr>
            </a:lvl5pPr>
            <a:lvl6pPr algn="l">
              <a:defRPr sz="975" b="1" i="0">
                <a:solidFill>
                  <a:srgbClr val="FFE4DF"/>
                </a:solidFill>
                <a:latin typeface="Arial"/>
                <a:ea typeface="Arial"/>
                <a:cs typeface="Arial"/>
              </a:defRPr>
            </a:lvl6pPr>
            <a:lvl7pPr algn="l">
              <a:defRPr sz="975" b="1" i="0">
                <a:solidFill>
                  <a:srgbClr val="FFE4DF"/>
                </a:solidFill>
                <a:latin typeface="Arial"/>
                <a:ea typeface="Arial"/>
                <a:cs typeface="Arial"/>
              </a:defRPr>
            </a:lvl7pPr>
            <a:lvl8pPr algn="l">
              <a:defRPr sz="975" b="1" i="0">
                <a:solidFill>
                  <a:srgbClr val="FFE4DF"/>
                </a:solidFill>
                <a:latin typeface="Arial"/>
                <a:ea typeface="Arial"/>
                <a:cs typeface="Arial"/>
              </a:defRPr>
            </a:lvl8pPr>
            <a:lvl9pPr algn="l">
              <a:defRPr sz="975" b="1" i="0">
                <a:solidFill>
                  <a:srgbClr val="FFE4DF"/>
                </a:solidFill>
                <a:latin typeface="Arial"/>
                <a:ea typeface="Arial"/>
                <a:cs typeface="Arial"/>
              </a:defRPr>
            </a:lvl9pPr>
          </a:lstStyle>
          <a:p xmlns:a="http://schemas.openxmlformats.org/drawingml/2006/main">
            <a:pPr algn="l">
              <a:lnSpc>
                <a:spcPct val="102000"/>
              </a:lnSpc>
              <a:buNone/>
              <a:defRPr sz="975" b="1" i="0">
                <a:solidFill>
                  <a:srgbClr val="FFE4DF"/>
                </a:solidFill>
                <a:latin typeface="Arial"/>
                <a:ea typeface="Arial"/>
                <a:cs typeface="Arial"/>
              </a:defRPr>
            </a:pPr>
            <a:r>
              <a:rPr sz="975" b="1" i="0">
                <a:solidFill>
                  <a:srgbClr val="FFE4D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4212ED99-AEE2-4871-A428-6A2DB7669CDE}"/>
              </a:ext>
            </a:extLst>
          </p:cNvPr>
          <p:cNvSpPr>
            <a:spLocks xmlns:a="http://schemas.openxmlformats.org/drawingml/2006/main" noGrp="1"/>
          </p:cNvSpPr>
          <p:nvPr/>
        </p:nvSpPr>
        <p:spPr>
          <a:xfrm xmlns:a="http://schemas.openxmlformats.org/drawingml/2006/main">
            <a:off x="2905125" y="5095875"/>
            <a:ext cx="190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i="0">
                <a:solidFill>
                  <a:srgbClr val="FFFFFF"/>
                </a:solidFill>
                <a:latin typeface="Georgia"/>
                <a:ea typeface="Georgia"/>
                <a:cs typeface="Georgia"/>
              </a:defRPr>
            </a:defPPr>
            <a:lvl1pPr algn="l">
              <a:defRPr sz="2400" b="0" i="0">
                <a:solidFill>
                  <a:srgbClr val="FFFFFF"/>
                </a:solidFill>
                <a:latin typeface="Georgia"/>
                <a:ea typeface="Georgia"/>
                <a:cs typeface="Georgia"/>
              </a:defRPr>
            </a:lvl1pPr>
            <a:lvl2pPr algn="l">
              <a:defRPr sz="2400" b="0" i="0">
                <a:solidFill>
                  <a:srgbClr val="FFFFFF"/>
                </a:solidFill>
                <a:latin typeface="Georgia"/>
                <a:ea typeface="Georgia"/>
                <a:cs typeface="Georgia"/>
              </a:defRPr>
            </a:lvl2pPr>
            <a:lvl3pPr algn="l">
              <a:defRPr sz="2400" b="0" i="0">
                <a:solidFill>
                  <a:srgbClr val="FFFFFF"/>
                </a:solidFill>
                <a:latin typeface="Georgia"/>
                <a:ea typeface="Georgia"/>
                <a:cs typeface="Georgia"/>
              </a:defRPr>
            </a:lvl3pPr>
            <a:lvl4pPr algn="l">
              <a:defRPr sz="2400" b="0" i="0">
                <a:solidFill>
                  <a:srgbClr val="FFFFFF"/>
                </a:solidFill>
                <a:latin typeface="Georgia"/>
                <a:ea typeface="Georgia"/>
                <a:cs typeface="Georgia"/>
              </a:defRPr>
            </a:lvl4pPr>
            <a:lvl5pPr algn="l">
              <a:defRPr sz="2400" b="0" i="0">
                <a:solidFill>
                  <a:srgbClr val="FFFFFF"/>
                </a:solidFill>
                <a:latin typeface="Georgia"/>
                <a:ea typeface="Georgia"/>
                <a:cs typeface="Georgia"/>
              </a:defRPr>
            </a:lvl5pPr>
            <a:lvl6pPr algn="l">
              <a:defRPr sz="2400" b="0" i="0">
                <a:solidFill>
                  <a:srgbClr val="FFFFFF"/>
                </a:solidFill>
                <a:latin typeface="Georgia"/>
                <a:ea typeface="Georgia"/>
                <a:cs typeface="Georgia"/>
              </a:defRPr>
            </a:lvl6pPr>
            <a:lvl7pPr algn="l">
              <a:defRPr sz="2400" b="0" i="0">
                <a:solidFill>
                  <a:srgbClr val="FFFFFF"/>
                </a:solidFill>
                <a:latin typeface="Georgia"/>
                <a:ea typeface="Georgia"/>
                <a:cs typeface="Georgia"/>
              </a:defRPr>
            </a:lvl7pPr>
            <a:lvl8pPr algn="l">
              <a:defRPr sz="2400" b="0" i="0">
                <a:solidFill>
                  <a:srgbClr val="FFFFFF"/>
                </a:solidFill>
                <a:latin typeface="Georgia"/>
                <a:ea typeface="Georgia"/>
                <a:cs typeface="Georgia"/>
              </a:defRPr>
            </a:lvl8pPr>
            <a:lvl9pPr algn="l">
              <a:defRPr sz="2400" b="0" i="0">
                <a:solidFill>
                  <a:srgbClr val="FFFFFF"/>
                </a:solidFill>
                <a:latin typeface="Georgia"/>
                <a:ea typeface="Georgia"/>
                <a:cs typeface="Georgia"/>
              </a:defRPr>
            </a:lvl9pPr>
          </a:lstStyle>
          <a:p xmlns:a="http://schemas.openxmlformats.org/drawingml/2006/main">
            <a:pPr algn="l">
              <a:lnSpc>
                <a:spcPct val="102000"/>
              </a:lnSpc>
              <a:buNone/>
              <a:defRPr sz="2400" b="0" i="0">
                <a:solidFill>
                  <a:srgbClr val="FFFFFF"/>
                </a:solidFill>
                <a:latin typeface="Georgia"/>
                <a:ea typeface="Georgia"/>
                <a:cs typeface="Georgia"/>
              </a:defRPr>
            </a:pPr>
            <a:r>
              <a:rPr sz="2400" b="0" i="0">
                <a:solidFill>
                  <a:srgbClr val="FFFFFF"/>
                </a:solidFill>
                <a:latin typeface="Georgia"/>
                <a:ea typeface="Georgia"/>
                <a:cs typeface="Georgia"/>
              </a:rPr>
              <a:t>Transporte</a:t>
            </a:r>
          </a:p>
        </p:txBody>
      </p:sp>
      <p:sp>
        <p:nvSpPr>
          <p:cNvPr id="12" name="">
            <a:extLst xmlns:a="http://schemas.openxmlformats.org/drawingml/2006/main">
              <a:ext uri="{FF2B5EF4-FFF2-40B4-BE49-F238E27FC236}">
                <a16:creationId xmlns:a16="http://schemas.microsoft.com/office/drawing/2014/main" id="{7DB55BB5-A9C4-4D42-9315-4FB032F92078}"/>
              </a:ext>
            </a:extLst>
          </p:cNvPr>
          <p:cNvSpPr>
            <a:spLocks xmlns:a="http://schemas.openxmlformats.org/drawingml/2006/main" noGrp="1"/>
          </p:cNvSpPr>
          <p:nvPr/>
        </p:nvSpPr>
        <p:spPr>
          <a:xfrm xmlns:a="http://schemas.openxmlformats.org/drawingml/2006/main">
            <a:off x="5048250" y="4610100"/>
            <a:ext cx="1857375" cy="9525"/>
          </a:xfrm>
          <a:prstGeom xmlns:a="http://schemas.openxmlformats.org/drawingml/2006/main" prst="rect">
            <a:avLst/>
          </a:prstGeom>
          <a:solidFill xmlns:a="http://schemas.openxmlformats.org/drawingml/2006/main">
            <a:srgbClr val="FFFFFF">
              <a:alpha val="70000"/>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EC12E5E-E95A-41EF-B298-51D69CC9CA84}"/>
              </a:ext>
            </a:extLst>
          </p:cNvPr>
          <p:cNvSpPr>
            <a:spLocks xmlns:a="http://schemas.openxmlformats.org/drawingml/2006/main" noGrp="1"/>
          </p:cNvSpPr>
          <p:nvPr/>
        </p:nvSpPr>
        <p:spPr>
          <a:xfrm xmlns:a="http://schemas.openxmlformats.org/drawingml/2006/main">
            <a:off x="5048250" y="47910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FE4DF"/>
                </a:solidFill>
                <a:latin typeface="Arial"/>
                <a:ea typeface="Arial"/>
                <a:cs typeface="Arial"/>
              </a:defRPr>
            </a:defPPr>
            <a:lvl1pPr algn="l">
              <a:defRPr sz="975" b="1" i="0">
                <a:solidFill>
                  <a:srgbClr val="FFE4DF"/>
                </a:solidFill>
                <a:latin typeface="Arial"/>
                <a:ea typeface="Arial"/>
                <a:cs typeface="Arial"/>
              </a:defRPr>
            </a:lvl1pPr>
            <a:lvl2pPr algn="l">
              <a:defRPr sz="975" b="1" i="0">
                <a:solidFill>
                  <a:srgbClr val="FFE4DF"/>
                </a:solidFill>
                <a:latin typeface="Arial"/>
                <a:ea typeface="Arial"/>
                <a:cs typeface="Arial"/>
              </a:defRPr>
            </a:lvl2pPr>
            <a:lvl3pPr algn="l">
              <a:defRPr sz="975" b="1" i="0">
                <a:solidFill>
                  <a:srgbClr val="FFE4DF"/>
                </a:solidFill>
                <a:latin typeface="Arial"/>
                <a:ea typeface="Arial"/>
                <a:cs typeface="Arial"/>
              </a:defRPr>
            </a:lvl3pPr>
            <a:lvl4pPr algn="l">
              <a:defRPr sz="975" b="1" i="0">
                <a:solidFill>
                  <a:srgbClr val="FFE4DF"/>
                </a:solidFill>
                <a:latin typeface="Arial"/>
                <a:ea typeface="Arial"/>
                <a:cs typeface="Arial"/>
              </a:defRPr>
            </a:lvl4pPr>
            <a:lvl5pPr algn="l">
              <a:defRPr sz="975" b="1" i="0">
                <a:solidFill>
                  <a:srgbClr val="FFE4DF"/>
                </a:solidFill>
                <a:latin typeface="Arial"/>
                <a:ea typeface="Arial"/>
                <a:cs typeface="Arial"/>
              </a:defRPr>
            </a:lvl5pPr>
            <a:lvl6pPr algn="l">
              <a:defRPr sz="975" b="1" i="0">
                <a:solidFill>
                  <a:srgbClr val="FFE4DF"/>
                </a:solidFill>
                <a:latin typeface="Arial"/>
                <a:ea typeface="Arial"/>
                <a:cs typeface="Arial"/>
              </a:defRPr>
            </a:lvl6pPr>
            <a:lvl7pPr algn="l">
              <a:defRPr sz="975" b="1" i="0">
                <a:solidFill>
                  <a:srgbClr val="FFE4DF"/>
                </a:solidFill>
                <a:latin typeface="Arial"/>
                <a:ea typeface="Arial"/>
                <a:cs typeface="Arial"/>
              </a:defRPr>
            </a:lvl7pPr>
            <a:lvl8pPr algn="l">
              <a:defRPr sz="975" b="1" i="0">
                <a:solidFill>
                  <a:srgbClr val="FFE4DF"/>
                </a:solidFill>
                <a:latin typeface="Arial"/>
                <a:ea typeface="Arial"/>
                <a:cs typeface="Arial"/>
              </a:defRPr>
            </a:lvl8pPr>
            <a:lvl9pPr algn="l">
              <a:defRPr sz="975" b="1" i="0">
                <a:solidFill>
                  <a:srgbClr val="FFE4DF"/>
                </a:solidFill>
                <a:latin typeface="Arial"/>
                <a:ea typeface="Arial"/>
                <a:cs typeface="Arial"/>
              </a:defRPr>
            </a:lvl9pPr>
          </a:lstStyle>
          <a:p xmlns:a="http://schemas.openxmlformats.org/drawingml/2006/main">
            <a:pPr algn="l">
              <a:lnSpc>
                <a:spcPct val="102000"/>
              </a:lnSpc>
              <a:buNone/>
              <a:defRPr sz="975" b="1" i="0">
                <a:solidFill>
                  <a:srgbClr val="FFE4DF"/>
                </a:solidFill>
                <a:latin typeface="Arial"/>
                <a:ea typeface="Arial"/>
                <a:cs typeface="Arial"/>
              </a:defRPr>
            </a:pPr>
            <a:r>
              <a:rPr sz="975" b="1" i="0">
                <a:solidFill>
                  <a:srgbClr val="FFE4D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6EA68BA0-5D80-4652-B09D-765154FB2146}"/>
              </a:ext>
            </a:extLst>
          </p:cNvPr>
          <p:cNvSpPr>
            <a:spLocks xmlns:a="http://schemas.openxmlformats.org/drawingml/2006/main" noGrp="1"/>
          </p:cNvSpPr>
          <p:nvPr/>
        </p:nvSpPr>
        <p:spPr>
          <a:xfrm xmlns:a="http://schemas.openxmlformats.org/drawingml/2006/main">
            <a:off x="5048250" y="5095875"/>
            <a:ext cx="190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i="0">
                <a:solidFill>
                  <a:srgbClr val="FFFFFF"/>
                </a:solidFill>
                <a:latin typeface="Georgia"/>
                <a:ea typeface="Georgia"/>
                <a:cs typeface="Georgia"/>
              </a:defRPr>
            </a:defPPr>
            <a:lvl1pPr algn="l">
              <a:defRPr sz="2400" b="0" i="0">
                <a:solidFill>
                  <a:srgbClr val="FFFFFF"/>
                </a:solidFill>
                <a:latin typeface="Georgia"/>
                <a:ea typeface="Georgia"/>
                <a:cs typeface="Georgia"/>
              </a:defRPr>
            </a:lvl1pPr>
            <a:lvl2pPr algn="l">
              <a:defRPr sz="2400" b="0" i="0">
                <a:solidFill>
                  <a:srgbClr val="FFFFFF"/>
                </a:solidFill>
                <a:latin typeface="Georgia"/>
                <a:ea typeface="Georgia"/>
                <a:cs typeface="Georgia"/>
              </a:defRPr>
            </a:lvl2pPr>
            <a:lvl3pPr algn="l">
              <a:defRPr sz="2400" b="0" i="0">
                <a:solidFill>
                  <a:srgbClr val="FFFFFF"/>
                </a:solidFill>
                <a:latin typeface="Georgia"/>
                <a:ea typeface="Georgia"/>
                <a:cs typeface="Georgia"/>
              </a:defRPr>
            </a:lvl3pPr>
            <a:lvl4pPr algn="l">
              <a:defRPr sz="2400" b="0" i="0">
                <a:solidFill>
                  <a:srgbClr val="FFFFFF"/>
                </a:solidFill>
                <a:latin typeface="Georgia"/>
                <a:ea typeface="Georgia"/>
                <a:cs typeface="Georgia"/>
              </a:defRPr>
            </a:lvl4pPr>
            <a:lvl5pPr algn="l">
              <a:defRPr sz="2400" b="0" i="0">
                <a:solidFill>
                  <a:srgbClr val="FFFFFF"/>
                </a:solidFill>
                <a:latin typeface="Georgia"/>
                <a:ea typeface="Georgia"/>
                <a:cs typeface="Georgia"/>
              </a:defRPr>
            </a:lvl5pPr>
            <a:lvl6pPr algn="l">
              <a:defRPr sz="2400" b="0" i="0">
                <a:solidFill>
                  <a:srgbClr val="FFFFFF"/>
                </a:solidFill>
                <a:latin typeface="Georgia"/>
                <a:ea typeface="Georgia"/>
                <a:cs typeface="Georgia"/>
              </a:defRPr>
            </a:lvl6pPr>
            <a:lvl7pPr algn="l">
              <a:defRPr sz="2400" b="0" i="0">
                <a:solidFill>
                  <a:srgbClr val="FFFFFF"/>
                </a:solidFill>
                <a:latin typeface="Georgia"/>
                <a:ea typeface="Georgia"/>
                <a:cs typeface="Georgia"/>
              </a:defRPr>
            </a:lvl7pPr>
            <a:lvl8pPr algn="l">
              <a:defRPr sz="2400" b="0" i="0">
                <a:solidFill>
                  <a:srgbClr val="FFFFFF"/>
                </a:solidFill>
                <a:latin typeface="Georgia"/>
                <a:ea typeface="Georgia"/>
                <a:cs typeface="Georgia"/>
              </a:defRPr>
            </a:lvl8pPr>
            <a:lvl9pPr algn="l">
              <a:defRPr sz="2400" b="0" i="0">
                <a:solidFill>
                  <a:srgbClr val="FFFFFF"/>
                </a:solidFill>
                <a:latin typeface="Georgia"/>
                <a:ea typeface="Georgia"/>
                <a:cs typeface="Georgia"/>
              </a:defRPr>
            </a:lvl9pPr>
          </a:lstStyle>
          <a:p xmlns:a="http://schemas.openxmlformats.org/drawingml/2006/main">
            <a:pPr algn="l">
              <a:lnSpc>
                <a:spcPct val="102000"/>
              </a:lnSpc>
              <a:buNone/>
              <a:defRPr sz="2400" b="0" i="0">
                <a:solidFill>
                  <a:srgbClr val="FFFFFF"/>
                </a:solidFill>
                <a:latin typeface="Georgia"/>
                <a:ea typeface="Georgia"/>
                <a:cs typeface="Georgia"/>
              </a:defRPr>
            </a:pPr>
            <a:r>
              <a:rPr sz="2400" b="0" i="0">
                <a:solidFill>
                  <a:srgbClr val="FFFFFF"/>
                </a:solidFill>
                <a:latin typeface="Georgia"/>
                <a:ea typeface="Georgia"/>
                <a:cs typeface="Georgia"/>
              </a:rPr>
              <a:t>Almacenaje</a:t>
            </a:r>
          </a:p>
        </p:txBody>
      </p:sp>
      <p:sp>
        <p:nvSpPr>
          <p:cNvPr id="15" name="">
            <a:extLst xmlns:a="http://schemas.openxmlformats.org/drawingml/2006/main">
              <a:ext uri="{FF2B5EF4-FFF2-40B4-BE49-F238E27FC236}">
                <a16:creationId xmlns:a16="http://schemas.microsoft.com/office/drawing/2014/main" id="{0E84F014-AE30-4E41-A946-687CE05510F9}"/>
              </a:ext>
            </a:extLst>
          </p:cNvPr>
          <p:cNvSpPr>
            <a:spLocks xmlns:a="http://schemas.openxmlformats.org/drawingml/2006/main" noGrp="1"/>
          </p:cNvSpPr>
          <p:nvPr/>
        </p:nvSpPr>
        <p:spPr>
          <a:xfrm xmlns:a="http://schemas.openxmlformats.org/drawingml/2006/main">
            <a:off x="7191375" y="4610100"/>
            <a:ext cx="1857375" cy="9525"/>
          </a:xfrm>
          <a:prstGeom xmlns:a="http://schemas.openxmlformats.org/drawingml/2006/main" prst="rect">
            <a:avLst/>
          </a:prstGeom>
          <a:solidFill xmlns:a="http://schemas.openxmlformats.org/drawingml/2006/main">
            <a:srgbClr val="FFFFFF">
              <a:alpha val="70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7E1C1BD-3DB5-4788-BCA5-0735083296EA}"/>
              </a:ext>
            </a:extLst>
          </p:cNvPr>
          <p:cNvSpPr>
            <a:spLocks xmlns:a="http://schemas.openxmlformats.org/drawingml/2006/main" noGrp="1"/>
          </p:cNvSpPr>
          <p:nvPr/>
        </p:nvSpPr>
        <p:spPr>
          <a:xfrm xmlns:a="http://schemas.openxmlformats.org/drawingml/2006/main">
            <a:off x="7191375" y="47910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FE4DF"/>
                </a:solidFill>
                <a:latin typeface="Arial"/>
                <a:ea typeface="Arial"/>
                <a:cs typeface="Arial"/>
              </a:defRPr>
            </a:defPPr>
            <a:lvl1pPr algn="l">
              <a:defRPr sz="975" b="1" i="0">
                <a:solidFill>
                  <a:srgbClr val="FFE4DF"/>
                </a:solidFill>
                <a:latin typeface="Arial"/>
                <a:ea typeface="Arial"/>
                <a:cs typeface="Arial"/>
              </a:defRPr>
            </a:lvl1pPr>
            <a:lvl2pPr algn="l">
              <a:defRPr sz="975" b="1" i="0">
                <a:solidFill>
                  <a:srgbClr val="FFE4DF"/>
                </a:solidFill>
                <a:latin typeface="Arial"/>
                <a:ea typeface="Arial"/>
                <a:cs typeface="Arial"/>
              </a:defRPr>
            </a:lvl2pPr>
            <a:lvl3pPr algn="l">
              <a:defRPr sz="975" b="1" i="0">
                <a:solidFill>
                  <a:srgbClr val="FFE4DF"/>
                </a:solidFill>
                <a:latin typeface="Arial"/>
                <a:ea typeface="Arial"/>
                <a:cs typeface="Arial"/>
              </a:defRPr>
            </a:lvl3pPr>
            <a:lvl4pPr algn="l">
              <a:defRPr sz="975" b="1" i="0">
                <a:solidFill>
                  <a:srgbClr val="FFE4DF"/>
                </a:solidFill>
                <a:latin typeface="Arial"/>
                <a:ea typeface="Arial"/>
                <a:cs typeface="Arial"/>
              </a:defRPr>
            </a:lvl4pPr>
            <a:lvl5pPr algn="l">
              <a:defRPr sz="975" b="1" i="0">
                <a:solidFill>
                  <a:srgbClr val="FFE4DF"/>
                </a:solidFill>
                <a:latin typeface="Arial"/>
                <a:ea typeface="Arial"/>
                <a:cs typeface="Arial"/>
              </a:defRPr>
            </a:lvl5pPr>
            <a:lvl6pPr algn="l">
              <a:defRPr sz="975" b="1" i="0">
                <a:solidFill>
                  <a:srgbClr val="FFE4DF"/>
                </a:solidFill>
                <a:latin typeface="Arial"/>
                <a:ea typeface="Arial"/>
                <a:cs typeface="Arial"/>
              </a:defRPr>
            </a:lvl6pPr>
            <a:lvl7pPr algn="l">
              <a:defRPr sz="975" b="1" i="0">
                <a:solidFill>
                  <a:srgbClr val="FFE4DF"/>
                </a:solidFill>
                <a:latin typeface="Arial"/>
                <a:ea typeface="Arial"/>
                <a:cs typeface="Arial"/>
              </a:defRPr>
            </a:lvl7pPr>
            <a:lvl8pPr algn="l">
              <a:defRPr sz="975" b="1" i="0">
                <a:solidFill>
                  <a:srgbClr val="FFE4DF"/>
                </a:solidFill>
                <a:latin typeface="Arial"/>
                <a:ea typeface="Arial"/>
                <a:cs typeface="Arial"/>
              </a:defRPr>
            </a:lvl8pPr>
            <a:lvl9pPr algn="l">
              <a:defRPr sz="975" b="1" i="0">
                <a:solidFill>
                  <a:srgbClr val="FFE4DF"/>
                </a:solidFill>
                <a:latin typeface="Arial"/>
                <a:ea typeface="Arial"/>
                <a:cs typeface="Arial"/>
              </a:defRPr>
            </a:lvl9pPr>
          </a:lstStyle>
          <a:p xmlns:a="http://schemas.openxmlformats.org/drawingml/2006/main">
            <a:pPr algn="l">
              <a:lnSpc>
                <a:spcPct val="102000"/>
              </a:lnSpc>
              <a:buNone/>
              <a:defRPr sz="975" b="1" i="0">
                <a:solidFill>
                  <a:srgbClr val="FFE4DF"/>
                </a:solidFill>
                <a:latin typeface="Arial"/>
                <a:ea typeface="Arial"/>
                <a:cs typeface="Arial"/>
              </a:defRPr>
            </a:pPr>
            <a:r>
              <a:rPr sz="975" b="1" i="0">
                <a:solidFill>
                  <a:srgbClr val="FFE4DF"/>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98513B85-C315-41F0-9D85-03D21A622F40}"/>
              </a:ext>
            </a:extLst>
          </p:cNvPr>
          <p:cNvSpPr>
            <a:spLocks xmlns:a="http://schemas.openxmlformats.org/drawingml/2006/main" noGrp="1"/>
          </p:cNvSpPr>
          <p:nvPr/>
        </p:nvSpPr>
        <p:spPr>
          <a:xfrm xmlns:a="http://schemas.openxmlformats.org/drawingml/2006/main">
            <a:off x="7191375" y="5095875"/>
            <a:ext cx="190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i="0">
                <a:solidFill>
                  <a:srgbClr val="FFFFFF"/>
                </a:solidFill>
                <a:latin typeface="Georgia"/>
                <a:ea typeface="Georgia"/>
                <a:cs typeface="Georgia"/>
              </a:defRPr>
            </a:defPPr>
            <a:lvl1pPr algn="l">
              <a:defRPr sz="2400" b="0" i="0">
                <a:solidFill>
                  <a:srgbClr val="FFFFFF"/>
                </a:solidFill>
                <a:latin typeface="Georgia"/>
                <a:ea typeface="Georgia"/>
                <a:cs typeface="Georgia"/>
              </a:defRPr>
            </a:lvl1pPr>
            <a:lvl2pPr algn="l">
              <a:defRPr sz="2400" b="0" i="0">
                <a:solidFill>
                  <a:srgbClr val="FFFFFF"/>
                </a:solidFill>
                <a:latin typeface="Georgia"/>
                <a:ea typeface="Georgia"/>
                <a:cs typeface="Georgia"/>
              </a:defRPr>
            </a:lvl2pPr>
            <a:lvl3pPr algn="l">
              <a:defRPr sz="2400" b="0" i="0">
                <a:solidFill>
                  <a:srgbClr val="FFFFFF"/>
                </a:solidFill>
                <a:latin typeface="Georgia"/>
                <a:ea typeface="Georgia"/>
                <a:cs typeface="Georgia"/>
              </a:defRPr>
            </a:lvl3pPr>
            <a:lvl4pPr algn="l">
              <a:defRPr sz="2400" b="0" i="0">
                <a:solidFill>
                  <a:srgbClr val="FFFFFF"/>
                </a:solidFill>
                <a:latin typeface="Georgia"/>
                <a:ea typeface="Georgia"/>
                <a:cs typeface="Georgia"/>
              </a:defRPr>
            </a:lvl4pPr>
            <a:lvl5pPr algn="l">
              <a:defRPr sz="2400" b="0" i="0">
                <a:solidFill>
                  <a:srgbClr val="FFFFFF"/>
                </a:solidFill>
                <a:latin typeface="Georgia"/>
                <a:ea typeface="Georgia"/>
                <a:cs typeface="Georgia"/>
              </a:defRPr>
            </a:lvl5pPr>
            <a:lvl6pPr algn="l">
              <a:defRPr sz="2400" b="0" i="0">
                <a:solidFill>
                  <a:srgbClr val="FFFFFF"/>
                </a:solidFill>
                <a:latin typeface="Georgia"/>
                <a:ea typeface="Georgia"/>
                <a:cs typeface="Georgia"/>
              </a:defRPr>
            </a:lvl6pPr>
            <a:lvl7pPr algn="l">
              <a:defRPr sz="2400" b="0" i="0">
                <a:solidFill>
                  <a:srgbClr val="FFFFFF"/>
                </a:solidFill>
                <a:latin typeface="Georgia"/>
                <a:ea typeface="Georgia"/>
                <a:cs typeface="Georgia"/>
              </a:defRPr>
            </a:lvl7pPr>
            <a:lvl8pPr algn="l">
              <a:defRPr sz="2400" b="0" i="0">
                <a:solidFill>
                  <a:srgbClr val="FFFFFF"/>
                </a:solidFill>
                <a:latin typeface="Georgia"/>
                <a:ea typeface="Georgia"/>
                <a:cs typeface="Georgia"/>
              </a:defRPr>
            </a:lvl8pPr>
            <a:lvl9pPr algn="l">
              <a:defRPr sz="2400" b="0" i="0">
                <a:solidFill>
                  <a:srgbClr val="FFFFFF"/>
                </a:solidFill>
                <a:latin typeface="Georgia"/>
                <a:ea typeface="Georgia"/>
                <a:cs typeface="Georgia"/>
              </a:defRPr>
            </a:lvl9pPr>
          </a:lstStyle>
          <a:p xmlns:a="http://schemas.openxmlformats.org/drawingml/2006/main">
            <a:pPr algn="l">
              <a:lnSpc>
                <a:spcPct val="102000"/>
              </a:lnSpc>
              <a:buNone/>
              <a:defRPr sz="2400" b="0" i="0">
                <a:solidFill>
                  <a:srgbClr val="FFFFFF"/>
                </a:solidFill>
                <a:latin typeface="Georgia"/>
                <a:ea typeface="Georgia"/>
                <a:cs typeface="Georgia"/>
              </a:defRPr>
            </a:pPr>
            <a:r>
              <a:rPr sz="2400" b="0" i="0">
                <a:solidFill>
                  <a:srgbClr val="FFFFFF"/>
                </a:solidFill>
                <a:latin typeface="Georgia"/>
                <a:ea typeface="Georgia"/>
                <a:cs typeface="Georgia"/>
              </a:rPr>
              <a:t>Preparación</a:t>
            </a:r>
          </a:p>
        </p:txBody>
      </p:sp>
      <p:sp>
        <p:nvSpPr>
          <p:cNvPr id="18" name="">
            <a:extLst xmlns:a="http://schemas.openxmlformats.org/drawingml/2006/main">
              <a:ext uri="{FF2B5EF4-FFF2-40B4-BE49-F238E27FC236}">
                <a16:creationId xmlns:a16="http://schemas.microsoft.com/office/drawing/2014/main" id="{74D23392-F495-4619-9777-7F96568170B5}"/>
              </a:ext>
            </a:extLst>
          </p:cNvPr>
          <p:cNvSpPr>
            <a:spLocks xmlns:a="http://schemas.openxmlformats.org/drawingml/2006/main" noGrp="1"/>
          </p:cNvSpPr>
          <p:nvPr/>
        </p:nvSpPr>
        <p:spPr>
          <a:xfrm xmlns:a="http://schemas.openxmlformats.org/drawingml/2006/main">
            <a:off x="9334500" y="4610100"/>
            <a:ext cx="1857375" cy="9525"/>
          </a:xfrm>
          <a:prstGeom xmlns:a="http://schemas.openxmlformats.org/drawingml/2006/main" prst="rect">
            <a:avLst/>
          </a:prstGeom>
          <a:solidFill xmlns:a="http://schemas.openxmlformats.org/drawingml/2006/main">
            <a:srgbClr val="FFFFFF">
              <a:alpha val="70000"/>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0639524-EDAB-4244-B823-6F541BB7ED42}"/>
              </a:ext>
            </a:extLst>
          </p:cNvPr>
          <p:cNvSpPr>
            <a:spLocks xmlns:a="http://schemas.openxmlformats.org/drawingml/2006/main" noGrp="1"/>
          </p:cNvSpPr>
          <p:nvPr/>
        </p:nvSpPr>
        <p:spPr>
          <a:xfrm xmlns:a="http://schemas.openxmlformats.org/drawingml/2006/main">
            <a:off x="9334500" y="47910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FE4DF"/>
                </a:solidFill>
                <a:latin typeface="Arial"/>
                <a:ea typeface="Arial"/>
                <a:cs typeface="Arial"/>
              </a:defRPr>
            </a:defPPr>
            <a:lvl1pPr algn="l">
              <a:defRPr sz="975" b="1" i="0">
                <a:solidFill>
                  <a:srgbClr val="FFE4DF"/>
                </a:solidFill>
                <a:latin typeface="Arial"/>
                <a:ea typeface="Arial"/>
                <a:cs typeface="Arial"/>
              </a:defRPr>
            </a:lvl1pPr>
            <a:lvl2pPr algn="l">
              <a:defRPr sz="975" b="1" i="0">
                <a:solidFill>
                  <a:srgbClr val="FFE4DF"/>
                </a:solidFill>
                <a:latin typeface="Arial"/>
                <a:ea typeface="Arial"/>
                <a:cs typeface="Arial"/>
              </a:defRPr>
            </a:lvl2pPr>
            <a:lvl3pPr algn="l">
              <a:defRPr sz="975" b="1" i="0">
                <a:solidFill>
                  <a:srgbClr val="FFE4DF"/>
                </a:solidFill>
                <a:latin typeface="Arial"/>
                <a:ea typeface="Arial"/>
                <a:cs typeface="Arial"/>
              </a:defRPr>
            </a:lvl3pPr>
            <a:lvl4pPr algn="l">
              <a:defRPr sz="975" b="1" i="0">
                <a:solidFill>
                  <a:srgbClr val="FFE4DF"/>
                </a:solidFill>
                <a:latin typeface="Arial"/>
                <a:ea typeface="Arial"/>
                <a:cs typeface="Arial"/>
              </a:defRPr>
            </a:lvl4pPr>
            <a:lvl5pPr algn="l">
              <a:defRPr sz="975" b="1" i="0">
                <a:solidFill>
                  <a:srgbClr val="FFE4DF"/>
                </a:solidFill>
                <a:latin typeface="Arial"/>
                <a:ea typeface="Arial"/>
                <a:cs typeface="Arial"/>
              </a:defRPr>
            </a:lvl5pPr>
            <a:lvl6pPr algn="l">
              <a:defRPr sz="975" b="1" i="0">
                <a:solidFill>
                  <a:srgbClr val="FFE4DF"/>
                </a:solidFill>
                <a:latin typeface="Arial"/>
                <a:ea typeface="Arial"/>
                <a:cs typeface="Arial"/>
              </a:defRPr>
            </a:lvl6pPr>
            <a:lvl7pPr algn="l">
              <a:defRPr sz="975" b="1" i="0">
                <a:solidFill>
                  <a:srgbClr val="FFE4DF"/>
                </a:solidFill>
                <a:latin typeface="Arial"/>
                <a:ea typeface="Arial"/>
                <a:cs typeface="Arial"/>
              </a:defRPr>
            </a:lvl7pPr>
            <a:lvl8pPr algn="l">
              <a:defRPr sz="975" b="1" i="0">
                <a:solidFill>
                  <a:srgbClr val="FFE4DF"/>
                </a:solidFill>
                <a:latin typeface="Arial"/>
                <a:ea typeface="Arial"/>
                <a:cs typeface="Arial"/>
              </a:defRPr>
            </a:lvl8pPr>
            <a:lvl9pPr algn="l">
              <a:defRPr sz="975" b="1" i="0">
                <a:solidFill>
                  <a:srgbClr val="FFE4DF"/>
                </a:solidFill>
                <a:latin typeface="Arial"/>
                <a:ea typeface="Arial"/>
                <a:cs typeface="Arial"/>
              </a:defRPr>
            </a:lvl9pPr>
          </a:lstStyle>
          <a:p xmlns:a="http://schemas.openxmlformats.org/drawingml/2006/main">
            <a:pPr algn="l">
              <a:lnSpc>
                <a:spcPct val="102000"/>
              </a:lnSpc>
              <a:buNone/>
              <a:defRPr sz="975" b="1" i="0">
                <a:solidFill>
                  <a:srgbClr val="FFE4DF"/>
                </a:solidFill>
                <a:latin typeface="Arial"/>
                <a:ea typeface="Arial"/>
                <a:cs typeface="Arial"/>
              </a:defRPr>
            </a:pPr>
            <a:r>
              <a:rPr sz="975" b="1" i="0">
                <a:solidFill>
                  <a:srgbClr val="FFE4DF"/>
                </a:solidFill>
                <a:latin typeface="Arial"/>
                <a:ea typeface="Arial"/>
                <a:cs typeface="Arial"/>
              </a:rPr>
              <a:t>05</a:t>
            </a:r>
          </a:p>
        </p:txBody>
      </p:sp>
      <p:sp>
        <p:nvSpPr>
          <p:cNvPr id="20" name="">
            <a:extLst xmlns:a="http://schemas.openxmlformats.org/drawingml/2006/main">
              <a:ext uri="{FF2B5EF4-FFF2-40B4-BE49-F238E27FC236}">
                <a16:creationId xmlns:a16="http://schemas.microsoft.com/office/drawing/2014/main" id="{7F1C5F45-ACB2-4C40-857A-6B4975762559}"/>
              </a:ext>
            </a:extLst>
          </p:cNvPr>
          <p:cNvSpPr>
            <a:spLocks xmlns:a="http://schemas.openxmlformats.org/drawingml/2006/main" noGrp="1"/>
          </p:cNvSpPr>
          <p:nvPr/>
        </p:nvSpPr>
        <p:spPr>
          <a:xfrm xmlns:a="http://schemas.openxmlformats.org/drawingml/2006/main">
            <a:off x="9334500" y="5095875"/>
            <a:ext cx="190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i="0">
                <a:solidFill>
                  <a:srgbClr val="FFFFFF"/>
                </a:solidFill>
                <a:latin typeface="Georgia"/>
                <a:ea typeface="Georgia"/>
                <a:cs typeface="Georgia"/>
              </a:defRPr>
            </a:defPPr>
            <a:lvl1pPr algn="l">
              <a:defRPr sz="2400" b="0" i="0">
                <a:solidFill>
                  <a:srgbClr val="FFFFFF"/>
                </a:solidFill>
                <a:latin typeface="Georgia"/>
                <a:ea typeface="Georgia"/>
                <a:cs typeface="Georgia"/>
              </a:defRPr>
            </a:lvl1pPr>
            <a:lvl2pPr algn="l">
              <a:defRPr sz="2400" b="0" i="0">
                <a:solidFill>
                  <a:srgbClr val="FFFFFF"/>
                </a:solidFill>
                <a:latin typeface="Georgia"/>
                <a:ea typeface="Georgia"/>
                <a:cs typeface="Georgia"/>
              </a:defRPr>
            </a:lvl2pPr>
            <a:lvl3pPr algn="l">
              <a:defRPr sz="2400" b="0" i="0">
                <a:solidFill>
                  <a:srgbClr val="FFFFFF"/>
                </a:solidFill>
                <a:latin typeface="Georgia"/>
                <a:ea typeface="Georgia"/>
                <a:cs typeface="Georgia"/>
              </a:defRPr>
            </a:lvl3pPr>
            <a:lvl4pPr algn="l">
              <a:defRPr sz="2400" b="0" i="0">
                <a:solidFill>
                  <a:srgbClr val="FFFFFF"/>
                </a:solidFill>
                <a:latin typeface="Georgia"/>
                <a:ea typeface="Georgia"/>
                <a:cs typeface="Georgia"/>
              </a:defRPr>
            </a:lvl4pPr>
            <a:lvl5pPr algn="l">
              <a:defRPr sz="2400" b="0" i="0">
                <a:solidFill>
                  <a:srgbClr val="FFFFFF"/>
                </a:solidFill>
                <a:latin typeface="Georgia"/>
                <a:ea typeface="Georgia"/>
                <a:cs typeface="Georgia"/>
              </a:defRPr>
            </a:lvl5pPr>
            <a:lvl6pPr algn="l">
              <a:defRPr sz="2400" b="0" i="0">
                <a:solidFill>
                  <a:srgbClr val="FFFFFF"/>
                </a:solidFill>
                <a:latin typeface="Georgia"/>
                <a:ea typeface="Georgia"/>
                <a:cs typeface="Georgia"/>
              </a:defRPr>
            </a:lvl6pPr>
            <a:lvl7pPr algn="l">
              <a:defRPr sz="2400" b="0" i="0">
                <a:solidFill>
                  <a:srgbClr val="FFFFFF"/>
                </a:solidFill>
                <a:latin typeface="Georgia"/>
                <a:ea typeface="Georgia"/>
                <a:cs typeface="Georgia"/>
              </a:defRPr>
            </a:lvl7pPr>
            <a:lvl8pPr algn="l">
              <a:defRPr sz="2400" b="0" i="0">
                <a:solidFill>
                  <a:srgbClr val="FFFFFF"/>
                </a:solidFill>
                <a:latin typeface="Georgia"/>
                <a:ea typeface="Georgia"/>
                <a:cs typeface="Georgia"/>
              </a:defRPr>
            </a:lvl8pPr>
            <a:lvl9pPr algn="l">
              <a:defRPr sz="2400" b="0" i="0">
                <a:solidFill>
                  <a:srgbClr val="FFFFFF"/>
                </a:solidFill>
                <a:latin typeface="Georgia"/>
                <a:ea typeface="Georgia"/>
                <a:cs typeface="Georgia"/>
              </a:defRPr>
            </a:lvl9pPr>
          </a:lstStyle>
          <a:p xmlns:a="http://schemas.openxmlformats.org/drawingml/2006/main">
            <a:pPr algn="l">
              <a:lnSpc>
                <a:spcPct val="102000"/>
              </a:lnSpc>
              <a:buNone/>
              <a:defRPr sz="2400" b="0" i="0">
                <a:solidFill>
                  <a:srgbClr val="FFFFFF"/>
                </a:solidFill>
                <a:latin typeface="Georgia"/>
                <a:ea typeface="Georgia"/>
                <a:cs typeface="Georgia"/>
              </a:defRPr>
            </a:pPr>
            <a:r>
              <a:rPr sz="2400" b="0" i="0">
                <a:solidFill>
                  <a:srgbClr val="FFFFFF"/>
                </a:solidFill>
                <a:latin typeface="Georgia"/>
                <a:ea typeface="Georgia"/>
                <a:cs typeface="Georgia"/>
              </a:rPr>
              <a:t>Entrega</a:t>
            </a:r>
          </a:p>
        </p:txBody>
      </p:sp>
      <p:sp>
        <p:nvSpPr>
          <p:cNvPr id="21" name="">
            <a:extLst xmlns:a="http://schemas.openxmlformats.org/drawingml/2006/main">
              <a:ext uri="{FF2B5EF4-FFF2-40B4-BE49-F238E27FC236}">
                <a16:creationId xmlns:a16="http://schemas.microsoft.com/office/drawing/2014/main" id="{CE5FEBFD-0C78-4A69-A4EB-8222E151F397}"/>
              </a:ext>
            </a:extLst>
          </p:cNvPr>
          <p:cNvSpPr>
            <a:spLocks xmlns:a="http://schemas.openxmlformats.org/drawingml/2006/main" noGrp="1"/>
          </p:cNvSpPr>
          <p:nvPr/>
        </p:nvSpPr>
        <p:spPr>
          <a:xfrm xmlns:a="http://schemas.openxmlformats.org/drawingml/2006/main">
            <a:off x="762000" y="601980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FE4DF"/>
                </a:solidFill>
                <a:latin typeface="Arial"/>
                <a:ea typeface="Arial"/>
                <a:cs typeface="Arial"/>
              </a:defRPr>
            </a:defPPr>
            <a:lvl1pPr algn="l">
              <a:defRPr sz="1200" b="0" i="0">
                <a:solidFill>
                  <a:srgbClr val="FFE4DF"/>
                </a:solidFill>
                <a:latin typeface="Arial"/>
                <a:ea typeface="Arial"/>
                <a:cs typeface="Arial"/>
              </a:defRPr>
            </a:lvl1pPr>
            <a:lvl2pPr algn="l">
              <a:defRPr sz="1200" b="0" i="0">
                <a:solidFill>
                  <a:srgbClr val="FFE4DF"/>
                </a:solidFill>
                <a:latin typeface="Arial"/>
                <a:ea typeface="Arial"/>
                <a:cs typeface="Arial"/>
              </a:defRPr>
            </a:lvl2pPr>
            <a:lvl3pPr algn="l">
              <a:defRPr sz="1200" b="0" i="0">
                <a:solidFill>
                  <a:srgbClr val="FFE4DF"/>
                </a:solidFill>
                <a:latin typeface="Arial"/>
                <a:ea typeface="Arial"/>
                <a:cs typeface="Arial"/>
              </a:defRPr>
            </a:lvl3pPr>
            <a:lvl4pPr algn="l">
              <a:defRPr sz="1200" b="0" i="0">
                <a:solidFill>
                  <a:srgbClr val="FFE4DF"/>
                </a:solidFill>
                <a:latin typeface="Arial"/>
                <a:ea typeface="Arial"/>
                <a:cs typeface="Arial"/>
              </a:defRPr>
            </a:lvl4pPr>
            <a:lvl5pPr algn="l">
              <a:defRPr sz="1200" b="0" i="0">
                <a:solidFill>
                  <a:srgbClr val="FFE4DF"/>
                </a:solidFill>
                <a:latin typeface="Arial"/>
                <a:ea typeface="Arial"/>
                <a:cs typeface="Arial"/>
              </a:defRPr>
            </a:lvl5pPr>
            <a:lvl6pPr algn="l">
              <a:defRPr sz="1200" b="0" i="0">
                <a:solidFill>
                  <a:srgbClr val="FFE4DF"/>
                </a:solidFill>
                <a:latin typeface="Arial"/>
                <a:ea typeface="Arial"/>
                <a:cs typeface="Arial"/>
              </a:defRPr>
            </a:lvl6pPr>
            <a:lvl7pPr algn="l">
              <a:defRPr sz="1200" b="0" i="0">
                <a:solidFill>
                  <a:srgbClr val="FFE4DF"/>
                </a:solidFill>
                <a:latin typeface="Arial"/>
                <a:ea typeface="Arial"/>
                <a:cs typeface="Arial"/>
              </a:defRPr>
            </a:lvl7pPr>
            <a:lvl8pPr algn="l">
              <a:defRPr sz="1200" b="0" i="0">
                <a:solidFill>
                  <a:srgbClr val="FFE4DF"/>
                </a:solidFill>
                <a:latin typeface="Arial"/>
                <a:ea typeface="Arial"/>
                <a:cs typeface="Arial"/>
              </a:defRPr>
            </a:lvl8pPr>
            <a:lvl9pPr algn="l">
              <a:defRPr sz="1200" b="0" i="0">
                <a:solidFill>
                  <a:srgbClr val="FFE4DF"/>
                </a:solidFill>
                <a:latin typeface="Arial"/>
                <a:ea typeface="Arial"/>
                <a:cs typeface="Arial"/>
              </a:defRPr>
            </a:lvl9pPr>
          </a:lstStyle>
          <a:p xmlns:a="http://schemas.openxmlformats.org/drawingml/2006/main">
            <a:pPr algn="l">
              <a:lnSpc>
                <a:spcPct val="102000"/>
              </a:lnSpc>
              <a:buNone/>
              <a:defRPr sz="1200" b="0" i="0">
                <a:solidFill>
                  <a:srgbClr val="FFE4DF"/>
                </a:solidFill>
                <a:latin typeface="Arial"/>
                <a:ea typeface="Arial"/>
                <a:cs typeface="Arial"/>
              </a:defRPr>
            </a:pPr>
            <a:r>
              <a:rPr sz="1200" b="0" i="0">
                <a:solidFill>
                  <a:srgbClr val="FFE4DF"/>
                </a:solidFill>
                <a:latin typeface="Arial"/>
                <a:ea typeface="Arial"/>
                <a:cs typeface="Arial"/>
              </a:rPr>
              <a:t>Ocho especialidades para operaciones diferentes.</a:t>
            </a:r>
          </a:p>
        </p:txBody>
      </p:sp>
      <p:sp>
        <p:nvSpPr>
          <p:cNvPr id="22" name="">
            <a:extLst xmlns:a="http://schemas.openxmlformats.org/drawingml/2006/main">
              <a:ext uri="{FF2B5EF4-FFF2-40B4-BE49-F238E27FC236}">
                <a16:creationId xmlns:a16="http://schemas.microsoft.com/office/drawing/2014/main" id="{59FC9712-1F1A-4384-9DAB-C602263E1F96}"/>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FFFFFF">
              <a:alpha val="35000"/>
            </a:srgbClr>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424B043-F99D-418D-81F6-0D719790F437}"/>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0CDCD"/>
                </a:solidFill>
                <a:latin typeface="Arial"/>
                <a:ea typeface="Arial"/>
                <a:cs typeface="Arial"/>
              </a:defRPr>
            </a:defPPr>
            <a:lvl1pPr algn="l">
              <a:defRPr sz="825" b="1" i="0">
                <a:solidFill>
                  <a:srgbClr val="E0CDCD"/>
                </a:solidFill>
                <a:latin typeface="Arial"/>
                <a:ea typeface="Arial"/>
                <a:cs typeface="Arial"/>
              </a:defRPr>
            </a:lvl1pPr>
            <a:lvl2pPr algn="l">
              <a:defRPr sz="825" b="1" i="0">
                <a:solidFill>
                  <a:srgbClr val="E0CDCD"/>
                </a:solidFill>
                <a:latin typeface="Arial"/>
                <a:ea typeface="Arial"/>
                <a:cs typeface="Arial"/>
              </a:defRPr>
            </a:lvl2pPr>
            <a:lvl3pPr algn="l">
              <a:defRPr sz="825" b="1" i="0">
                <a:solidFill>
                  <a:srgbClr val="E0CDCD"/>
                </a:solidFill>
                <a:latin typeface="Arial"/>
                <a:ea typeface="Arial"/>
                <a:cs typeface="Arial"/>
              </a:defRPr>
            </a:lvl3pPr>
            <a:lvl4pPr algn="l">
              <a:defRPr sz="825" b="1" i="0">
                <a:solidFill>
                  <a:srgbClr val="E0CDCD"/>
                </a:solidFill>
                <a:latin typeface="Arial"/>
                <a:ea typeface="Arial"/>
                <a:cs typeface="Arial"/>
              </a:defRPr>
            </a:lvl4pPr>
            <a:lvl5pPr algn="l">
              <a:defRPr sz="825" b="1" i="0">
                <a:solidFill>
                  <a:srgbClr val="E0CDCD"/>
                </a:solidFill>
                <a:latin typeface="Arial"/>
                <a:ea typeface="Arial"/>
                <a:cs typeface="Arial"/>
              </a:defRPr>
            </a:lvl5pPr>
            <a:lvl6pPr algn="l">
              <a:defRPr sz="825" b="1" i="0">
                <a:solidFill>
                  <a:srgbClr val="E0CDCD"/>
                </a:solidFill>
                <a:latin typeface="Arial"/>
                <a:ea typeface="Arial"/>
                <a:cs typeface="Arial"/>
              </a:defRPr>
            </a:lvl6pPr>
            <a:lvl7pPr algn="l">
              <a:defRPr sz="825" b="1" i="0">
                <a:solidFill>
                  <a:srgbClr val="E0CDCD"/>
                </a:solidFill>
                <a:latin typeface="Arial"/>
                <a:ea typeface="Arial"/>
                <a:cs typeface="Arial"/>
              </a:defRPr>
            </a:lvl7pPr>
            <a:lvl8pPr algn="l">
              <a:defRPr sz="825" b="1" i="0">
                <a:solidFill>
                  <a:srgbClr val="E0CDCD"/>
                </a:solidFill>
                <a:latin typeface="Arial"/>
                <a:ea typeface="Arial"/>
                <a:cs typeface="Arial"/>
              </a:defRPr>
            </a:lvl8pPr>
            <a:lvl9pPr algn="l">
              <a:defRPr sz="825" b="1" i="0">
                <a:solidFill>
                  <a:srgbClr val="E0CDCD"/>
                </a:solidFill>
                <a:latin typeface="Arial"/>
                <a:ea typeface="Arial"/>
                <a:cs typeface="Arial"/>
              </a:defRPr>
            </a:lvl9pPr>
          </a:lstStyle>
          <a:p xmlns:a="http://schemas.openxmlformats.org/drawingml/2006/main">
            <a:pPr algn="l">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02 / QUÉ HACEMOS</a:t>
            </a:r>
          </a:p>
        </p:txBody>
      </p:sp>
      <p:sp>
        <p:nvSpPr>
          <p:cNvPr id="24" name="">
            <a:extLst xmlns:a="http://schemas.openxmlformats.org/drawingml/2006/main">
              <a:ext uri="{FF2B5EF4-FFF2-40B4-BE49-F238E27FC236}">
                <a16:creationId xmlns:a16="http://schemas.microsoft.com/office/drawing/2014/main" id="{ADAEB0AC-A87C-44B6-8251-7DCE64190680}"/>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E0CDCD"/>
                </a:solidFill>
                <a:latin typeface="Arial"/>
                <a:ea typeface="Arial"/>
                <a:cs typeface="Arial"/>
              </a:defRPr>
            </a:defPPr>
            <a:lvl1pPr algn="r">
              <a:defRPr sz="825" b="1" i="0">
                <a:solidFill>
                  <a:srgbClr val="E0CDCD"/>
                </a:solidFill>
                <a:latin typeface="Arial"/>
                <a:ea typeface="Arial"/>
                <a:cs typeface="Arial"/>
              </a:defRPr>
            </a:lvl1pPr>
            <a:lvl2pPr algn="r">
              <a:defRPr sz="825" b="1" i="0">
                <a:solidFill>
                  <a:srgbClr val="E0CDCD"/>
                </a:solidFill>
                <a:latin typeface="Arial"/>
                <a:ea typeface="Arial"/>
                <a:cs typeface="Arial"/>
              </a:defRPr>
            </a:lvl2pPr>
            <a:lvl3pPr algn="r">
              <a:defRPr sz="825" b="1" i="0">
                <a:solidFill>
                  <a:srgbClr val="E0CDCD"/>
                </a:solidFill>
                <a:latin typeface="Arial"/>
                <a:ea typeface="Arial"/>
                <a:cs typeface="Arial"/>
              </a:defRPr>
            </a:lvl3pPr>
            <a:lvl4pPr algn="r">
              <a:defRPr sz="825" b="1" i="0">
                <a:solidFill>
                  <a:srgbClr val="E0CDCD"/>
                </a:solidFill>
                <a:latin typeface="Arial"/>
                <a:ea typeface="Arial"/>
                <a:cs typeface="Arial"/>
              </a:defRPr>
            </a:lvl4pPr>
            <a:lvl5pPr algn="r">
              <a:defRPr sz="825" b="1" i="0">
                <a:solidFill>
                  <a:srgbClr val="E0CDCD"/>
                </a:solidFill>
                <a:latin typeface="Arial"/>
                <a:ea typeface="Arial"/>
                <a:cs typeface="Arial"/>
              </a:defRPr>
            </a:lvl5pPr>
            <a:lvl6pPr algn="r">
              <a:defRPr sz="825" b="1" i="0">
                <a:solidFill>
                  <a:srgbClr val="E0CDCD"/>
                </a:solidFill>
                <a:latin typeface="Arial"/>
                <a:ea typeface="Arial"/>
                <a:cs typeface="Arial"/>
              </a:defRPr>
            </a:lvl6pPr>
            <a:lvl7pPr algn="r">
              <a:defRPr sz="825" b="1" i="0">
                <a:solidFill>
                  <a:srgbClr val="E0CDCD"/>
                </a:solidFill>
                <a:latin typeface="Arial"/>
                <a:ea typeface="Arial"/>
                <a:cs typeface="Arial"/>
              </a:defRPr>
            </a:lvl7pPr>
            <a:lvl8pPr algn="r">
              <a:defRPr sz="825" b="1" i="0">
                <a:solidFill>
                  <a:srgbClr val="E0CDCD"/>
                </a:solidFill>
                <a:latin typeface="Arial"/>
                <a:ea typeface="Arial"/>
                <a:cs typeface="Arial"/>
              </a:defRPr>
            </a:lvl8pPr>
            <a:lvl9pPr algn="r">
              <a:defRPr sz="825" b="1" i="0">
                <a:solidFill>
                  <a:srgbClr val="E0CDCD"/>
                </a:solidFill>
                <a:latin typeface="Arial"/>
                <a:ea typeface="Arial"/>
                <a:cs typeface="Arial"/>
              </a:defRPr>
            </a:lvl9pPr>
          </a:lstStyle>
          <a:p xmlns:a="http://schemas.openxmlformats.org/drawingml/2006/main">
            <a:pPr algn="r">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03 / 16</a:t>
            </a:r>
          </a:p>
        </p:txBody>
      </p:sp>
    </p:spTree>
    <p:extLst>
      <p:ext uri="{BB962C8B-B14F-4D97-AF65-F5344CB8AC3E}">
        <p14:creationId xmlns:p14="http://schemas.microsoft.com/office/powerpoint/2010/main" val="628023326"/>
      </p:ext>
    </p:extLst>
  </p:cSld>
</p:sld>
</file>

<file path=ppt/slides/slide4.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5B6837F-3848-4FCA-AB0B-4648A8104CA9}"/>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DE8D79-3A8A-4BF9-ACA0-5BA28A37CF97}"/>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 / QUÉ HACEMOS</a:t>
            </a:r>
          </a:p>
        </p:txBody>
      </p:sp>
      <p:sp>
        <p:nvSpPr>
          <p:cNvPr id="3" name="">
            <a:extLst xmlns:a="http://schemas.openxmlformats.org/drawingml/2006/main">
              <a:ext uri="{FF2B5EF4-FFF2-40B4-BE49-F238E27FC236}">
                <a16:creationId xmlns:a16="http://schemas.microsoft.com/office/drawing/2014/main" id="{C14A2D19-D0A0-43FC-A465-2995BCC3FBF9}"/>
              </a:ext>
            </a:extLst>
          </p:cNvPr>
          <p:cNvSpPr>
            <a:spLocks xmlns:a="http://schemas.openxmlformats.org/drawingml/2006/main" noGrp="1"/>
          </p:cNvSpPr>
          <p:nvPr/>
        </p:nvSpPr>
        <p:spPr>
          <a:xfrm xmlns:a="http://schemas.openxmlformats.org/drawingml/2006/main">
            <a:off x="762000" y="102870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0" i="0">
                <a:solidFill>
                  <a:srgbClr val="211D1A"/>
                </a:solidFill>
                <a:latin typeface="Georgia"/>
                <a:ea typeface="Georgia"/>
                <a:cs typeface="Georgia"/>
              </a:defRPr>
            </a:defPPr>
            <a:lvl1pPr algn="l">
              <a:defRPr sz="4800" b="0" i="0">
                <a:solidFill>
                  <a:srgbClr val="211D1A"/>
                </a:solidFill>
                <a:latin typeface="Georgia"/>
                <a:ea typeface="Georgia"/>
                <a:cs typeface="Georgia"/>
              </a:defRPr>
            </a:lvl1pPr>
            <a:lvl2pPr algn="l">
              <a:defRPr sz="4800" b="0" i="0">
                <a:solidFill>
                  <a:srgbClr val="211D1A"/>
                </a:solidFill>
                <a:latin typeface="Georgia"/>
                <a:ea typeface="Georgia"/>
                <a:cs typeface="Georgia"/>
              </a:defRPr>
            </a:lvl2pPr>
            <a:lvl3pPr algn="l">
              <a:defRPr sz="4800" b="0" i="0">
                <a:solidFill>
                  <a:srgbClr val="211D1A"/>
                </a:solidFill>
                <a:latin typeface="Georgia"/>
                <a:ea typeface="Georgia"/>
                <a:cs typeface="Georgia"/>
              </a:defRPr>
            </a:lvl3pPr>
            <a:lvl4pPr algn="l">
              <a:defRPr sz="4800" b="0" i="0">
                <a:solidFill>
                  <a:srgbClr val="211D1A"/>
                </a:solidFill>
                <a:latin typeface="Georgia"/>
                <a:ea typeface="Georgia"/>
                <a:cs typeface="Georgia"/>
              </a:defRPr>
            </a:lvl4pPr>
            <a:lvl5pPr algn="l">
              <a:defRPr sz="4800" b="0" i="0">
                <a:solidFill>
                  <a:srgbClr val="211D1A"/>
                </a:solidFill>
                <a:latin typeface="Georgia"/>
                <a:ea typeface="Georgia"/>
                <a:cs typeface="Georgia"/>
              </a:defRPr>
            </a:lvl5pPr>
            <a:lvl6pPr algn="l">
              <a:defRPr sz="4800" b="0" i="0">
                <a:solidFill>
                  <a:srgbClr val="211D1A"/>
                </a:solidFill>
                <a:latin typeface="Georgia"/>
                <a:ea typeface="Georgia"/>
                <a:cs typeface="Georgia"/>
              </a:defRPr>
            </a:lvl6pPr>
            <a:lvl7pPr algn="l">
              <a:defRPr sz="4800" b="0" i="0">
                <a:solidFill>
                  <a:srgbClr val="211D1A"/>
                </a:solidFill>
                <a:latin typeface="Georgia"/>
                <a:ea typeface="Georgia"/>
                <a:cs typeface="Georgia"/>
              </a:defRPr>
            </a:lvl7pPr>
            <a:lvl8pPr algn="l">
              <a:defRPr sz="4800" b="0" i="0">
                <a:solidFill>
                  <a:srgbClr val="211D1A"/>
                </a:solidFill>
                <a:latin typeface="Georgia"/>
                <a:ea typeface="Georgia"/>
                <a:cs typeface="Georgia"/>
              </a:defRPr>
            </a:lvl8pPr>
            <a:lvl9pPr algn="l">
              <a:defRPr sz="4800" b="0" i="0">
                <a:solidFill>
                  <a:srgbClr val="211D1A"/>
                </a:solidFill>
                <a:latin typeface="Georgia"/>
                <a:ea typeface="Georgia"/>
                <a:cs typeface="Georgia"/>
              </a:defRPr>
            </a:lvl9pPr>
          </a:lstStyle>
          <a:p xmlns:a="http://schemas.openxmlformats.org/drawingml/2006/main">
            <a:pPr algn="l">
              <a:lnSpc>
                <a:spcPct val="98000"/>
              </a:lnSpc>
              <a:buNone/>
              <a:defRPr sz="4800" b="0" i="0">
                <a:solidFill>
                  <a:srgbClr val="211D1A"/>
                </a:solidFill>
                <a:latin typeface="Georgia"/>
                <a:ea typeface="Georgia"/>
                <a:cs typeface="Georgia"/>
              </a:defRPr>
            </a:pPr>
            <a:r>
              <a:rPr sz="4800" b="0" i="0">
                <a:solidFill>
                  <a:srgbClr val="211D1A"/>
                </a:solidFill>
                <a:latin typeface="Georgia"/>
                <a:ea typeface="Georgia"/>
                <a:cs typeface="Georgia"/>
              </a:rPr>
              <a:t>Ocho especialidades. Un solo grupo</a:t>
            </a:r>
          </a:p>
        </p:txBody>
      </p:sp>
      <p:sp>
        <p:nvSpPr>
          <p:cNvPr id="4" name="">
            <a:extLst xmlns:a="http://schemas.openxmlformats.org/drawingml/2006/main">
              <a:ext uri="{FF2B5EF4-FFF2-40B4-BE49-F238E27FC236}">
                <a16:creationId xmlns:a16="http://schemas.microsoft.com/office/drawing/2014/main" id="{C7D8449C-392C-45F2-8448-513889EF6E46}"/>
              </a:ext>
            </a:extLst>
          </p:cNvPr>
          <p:cNvSpPr>
            <a:spLocks xmlns:a="http://schemas.openxmlformats.org/drawingml/2006/main" noGrp="1"/>
          </p:cNvSpPr>
          <p:nvPr/>
        </p:nvSpPr>
        <p:spPr>
          <a:xfrm xmlns:a="http://schemas.openxmlformats.org/drawingml/2006/main">
            <a:off x="762000" y="2352675"/>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C625E"/>
                </a:solidFill>
                <a:latin typeface="Arial"/>
                <a:ea typeface="Arial"/>
                <a:cs typeface="Arial"/>
              </a:defRPr>
            </a:defPPr>
            <a:lvl1pPr algn="l">
              <a:defRPr sz="1575" b="0" i="0">
                <a:solidFill>
                  <a:srgbClr val="6C625E"/>
                </a:solidFill>
                <a:latin typeface="Arial"/>
                <a:ea typeface="Arial"/>
                <a:cs typeface="Arial"/>
              </a:defRPr>
            </a:lvl1pPr>
            <a:lvl2pPr algn="l">
              <a:defRPr sz="1575" b="0" i="0">
                <a:solidFill>
                  <a:srgbClr val="6C625E"/>
                </a:solidFill>
                <a:latin typeface="Arial"/>
                <a:ea typeface="Arial"/>
                <a:cs typeface="Arial"/>
              </a:defRPr>
            </a:lvl2pPr>
            <a:lvl3pPr algn="l">
              <a:defRPr sz="1575" b="0" i="0">
                <a:solidFill>
                  <a:srgbClr val="6C625E"/>
                </a:solidFill>
                <a:latin typeface="Arial"/>
                <a:ea typeface="Arial"/>
                <a:cs typeface="Arial"/>
              </a:defRPr>
            </a:lvl3pPr>
            <a:lvl4pPr algn="l">
              <a:defRPr sz="1575" b="0" i="0">
                <a:solidFill>
                  <a:srgbClr val="6C625E"/>
                </a:solidFill>
                <a:latin typeface="Arial"/>
                <a:ea typeface="Arial"/>
                <a:cs typeface="Arial"/>
              </a:defRPr>
            </a:lvl4pPr>
            <a:lvl5pPr algn="l">
              <a:defRPr sz="1575" b="0" i="0">
                <a:solidFill>
                  <a:srgbClr val="6C625E"/>
                </a:solidFill>
                <a:latin typeface="Arial"/>
                <a:ea typeface="Arial"/>
                <a:cs typeface="Arial"/>
              </a:defRPr>
            </a:lvl5pPr>
            <a:lvl6pPr algn="l">
              <a:defRPr sz="1575" b="0" i="0">
                <a:solidFill>
                  <a:srgbClr val="6C625E"/>
                </a:solidFill>
                <a:latin typeface="Arial"/>
                <a:ea typeface="Arial"/>
                <a:cs typeface="Arial"/>
              </a:defRPr>
            </a:lvl6pPr>
            <a:lvl7pPr algn="l">
              <a:defRPr sz="1575" b="0" i="0">
                <a:solidFill>
                  <a:srgbClr val="6C625E"/>
                </a:solidFill>
                <a:latin typeface="Arial"/>
                <a:ea typeface="Arial"/>
                <a:cs typeface="Arial"/>
              </a:defRPr>
            </a:lvl7pPr>
            <a:lvl8pPr algn="l">
              <a:defRPr sz="1575" b="0" i="0">
                <a:solidFill>
                  <a:srgbClr val="6C625E"/>
                </a:solidFill>
                <a:latin typeface="Arial"/>
                <a:ea typeface="Arial"/>
                <a:cs typeface="Arial"/>
              </a:defRPr>
            </a:lvl8pPr>
            <a:lvl9pPr algn="l">
              <a:defRPr sz="1575" b="0" i="0">
                <a:solidFill>
                  <a:srgbClr val="6C625E"/>
                </a:solidFill>
                <a:latin typeface="Arial"/>
                <a:ea typeface="Arial"/>
                <a:cs typeface="Arial"/>
              </a:defRPr>
            </a:lvl9pPr>
          </a:lstStyle>
          <a:p xmlns:a="http://schemas.openxmlformats.org/drawingml/2006/main">
            <a:pPr algn="l">
              <a:lnSpc>
                <a:spcPct val="102000"/>
              </a:lnSpc>
              <a:buNone/>
              <a:defRPr sz="1575" b="0" i="0">
                <a:solidFill>
                  <a:srgbClr val="6C625E"/>
                </a:solidFill>
                <a:latin typeface="Arial"/>
                <a:ea typeface="Arial"/>
                <a:cs typeface="Arial"/>
              </a:defRPr>
            </a:pPr>
            <a:r>
              <a:rPr sz="1575" b="0" i="0">
                <a:solidFill>
                  <a:srgbClr val="6C625E"/>
                </a:solidFill>
                <a:latin typeface="Arial"/>
                <a:ea typeface="Arial"/>
                <a:cs typeface="Arial"/>
              </a:rPr>
              <a:t>Cada operación cuenta con medios y experiencia específicos.</a:t>
            </a:r>
          </a:p>
        </p:txBody>
      </p:sp>
      <p:sp>
        <p:nvSpPr>
          <p:cNvPr id="5" name="">
            <a:extLst xmlns:a="http://schemas.openxmlformats.org/drawingml/2006/main">
              <a:ext uri="{FF2B5EF4-FFF2-40B4-BE49-F238E27FC236}">
                <a16:creationId xmlns:a16="http://schemas.microsoft.com/office/drawing/2014/main" id="{E2729CA7-3A9E-4EC6-8F38-BCA2798CAD42}"/>
              </a:ext>
            </a:extLst>
          </p:cNvPr>
          <p:cNvSpPr>
            <a:spLocks xmlns:a="http://schemas.openxmlformats.org/drawingml/2006/main" noGrp="1"/>
          </p:cNvSpPr>
          <p:nvPr/>
        </p:nvSpPr>
        <p:spPr>
          <a:xfrm xmlns:a="http://schemas.openxmlformats.org/drawingml/2006/main">
            <a:off x="762000" y="30670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E03B581-42ED-403A-984A-A8DE0D49BE63}"/>
              </a:ext>
            </a:extLst>
          </p:cNvPr>
          <p:cNvSpPr>
            <a:spLocks xmlns:a="http://schemas.openxmlformats.org/drawingml/2006/main" noGrp="1"/>
          </p:cNvSpPr>
          <p:nvPr/>
        </p:nvSpPr>
        <p:spPr>
          <a:xfrm xmlns:a="http://schemas.openxmlformats.org/drawingml/2006/main">
            <a:off x="762000" y="32575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2E4EB5F-E9C8-4C33-BF93-AF726E7B3906}"/>
              </a:ext>
            </a:extLst>
          </p:cNvPr>
          <p:cNvSpPr>
            <a:spLocks xmlns:a="http://schemas.openxmlformats.org/drawingml/2006/main" noGrp="1"/>
          </p:cNvSpPr>
          <p:nvPr/>
        </p:nvSpPr>
        <p:spPr>
          <a:xfrm xmlns:a="http://schemas.openxmlformats.org/drawingml/2006/main">
            <a:off x="1276350" y="316230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Granel</a:t>
            </a:r>
          </a:p>
        </p:txBody>
      </p:sp>
      <p:sp>
        <p:nvSpPr>
          <p:cNvPr id="8" name="">
            <a:extLst xmlns:a="http://schemas.openxmlformats.org/drawingml/2006/main">
              <a:ext uri="{FF2B5EF4-FFF2-40B4-BE49-F238E27FC236}">
                <a16:creationId xmlns:a16="http://schemas.microsoft.com/office/drawing/2014/main" id="{3B7406E6-4F3A-44F0-AD90-35367CE9536C}"/>
              </a:ext>
            </a:extLst>
          </p:cNvPr>
          <p:cNvSpPr>
            <a:spLocks xmlns:a="http://schemas.openxmlformats.org/drawingml/2006/main" noGrp="1"/>
          </p:cNvSpPr>
          <p:nvPr/>
        </p:nvSpPr>
        <p:spPr>
          <a:xfrm xmlns:a="http://schemas.openxmlformats.org/drawingml/2006/main">
            <a:off x="762000" y="38100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2D8EBA0-13E4-4A25-9F61-00EA4E434E93}"/>
              </a:ext>
            </a:extLst>
          </p:cNvPr>
          <p:cNvSpPr>
            <a:spLocks xmlns:a="http://schemas.openxmlformats.org/drawingml/2006/main" noGrp="1"/>
          </p:cNvSpPr>
          <p:nvPr/>
        </p:nvSpPr>
        <p:spPr>
          <a:xfrm xmlns:a="http://schemas.openxmlformats.org/drawingml/2006/main">
            <a:off x="762000" y="40005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03D0886-A836-4A54-9A42-0ECE58808680}"/>
              </a:ext>
            </a:extLst>
          </p:cNvPr>
          <p:cNvSpPr>
            <a:spLocks xmlns:a="http://schemas.openxmlformats.org/drawingml/2006/main" noGrp="1"/>
          </p:cNvSpPr>
          <p:nvPr/>
        </p:nvSpPr>
        <p:spPr>
          <a:xfrm xmlns:a="http://schemas.openxmlformats.org/drawingml/2006/main">
            <a:off x="1276350" y="390525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Paletizado y grupajes</a:t>
            </a:r>
          </a:p>
        </p:txBody>
      </p:sp>
      <p:sp>
        <p:nvSpPr>
          <p:cNvPr id="11" name="">
            <a:extLst xmlns:a="http://schemas.openxmlformats.org/drawingml/2006/main">
              <a:ext uri="{FF2B5EF4-FFF2-40B4-BE49-F238E27FC236}">
                <a16:creationId xmlns:a16="http://schemas.microsoft.com/office/drawing/2014/main" id="{A96AF9FA-1132-4B60-8324-E33C185A33BE}"/>
              </a:ext>
            </a:extLst>
          </p:cNvPr>
          <p:cNvSpPr>
            <a:spLocks xmlns:a="http://schemas.openxmlformats.org/drawingml/2006/main" noGrp="1"/>
          </p:cNvSpPr>
          <p:nvPr/>
        </p:nvSpPr>
        <p:spPr>
          <a:xfrm xmlns:a="http://schemas.openxmlformats.org/drawingml/2006/main">
            <a:off x="762000" y="45529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9A6FA94-69CF-4CAE-820E-DF11CB16495E}"/>
              </a:ext>
            </a:extLst>
          </p:cNvPr>
          <p:cNvSpPr>
            <a:spLocks xmlns:a="http://schemas.openxmlformats.org/drawingml/2006/main" noGrp="1"/>
          </p:cNvSpPr>
          <p:nvPr/>
        </p:nvSpPr>
        <p:spPr>
          <a:xfrm xmlns:a="http://schemas.openxmlformats.org/drawingml/2006/main">
            <a:off x="762000" y="47434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44FB55DB-ACAB-4876-A17B-F5EF54362BE9}"/>
              </a:ext>
            </a:extLst>
          </p:cNvPr>
          <p:cNvSpPr>
            <a:spLocks xmlns:a="http://schemas.openxmlformats.org/drawingml/2006/main" noGrp="1"/>
          </p:cNvSpPr>
          <p:nvPr/>
        </p:nvSpPr>
        <p:spPr>
          <a:xfrm xmlns:a="http://schemas.openxmlformats.org/drawingml/2006/main">
            <a:off x="1276350" y="464820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Siderurgia</a:t>
            </a:r>
          </a:p>
        </p:txBody>
      </p:sp>
      <p:sp>
        <p:nvSpPr>
          <p:cNvPr id="14" name="">
            <a:extLst xmlns:a="http://schemas.openxmlformats.org/drawingml/2006/main">
              <a:ext uri="{FF2B5EF4-FFF2-40B4-BE49-F238E27FC236}">
                <a16:creationId xmlns:a16="http://schemas.microsoft.com/office/drawing/2014/main" id="{D61EA9FA-497F-4AB8-871A-86E66313B977}"/>
              </a:ext>
            </a:extLst>
          </p:cNvPr>
          <p:cNvSpPr>
            <a:spLocks xmlns:a="http://schemas.openxmlformats.org/drawingml/2006/main" noGrp="1"/>
          </p:cNvSpPr>
          <p:nvPr/>
        </p:nvSpPr>
        <p:spPr>
          <a:xfrm xmlns:a="http://schemas.openxmlformats.org/drawingml/2006/main">
            <a:off x="762000" y="52959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0D5159A-E2F8-4135-8961-D8BF72048DAD}"/>
              </a:ext>
            </a:extLst>
          </p:cNvPr>
          <p:cNvSpPr>
            <a:spLocks xmlns:a="http://schemas.openxmlformats.org/drawingml/2006/main" noGrp="1"/>
          </p:cNvSpPr>
          <p:nvPr/>
        </p:nvSpPr>
        <p:spPr>
          <a:xfrm xmlns:a="http://schemas.openxmlformats.org/drawingml/2006/main">
            <a:off x="762000" y="54864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0C3987DC-4452-4EB5-8EB4-B16FC6C4B8D9}"/>
              </a:ext>
            </a:extLst>
          </p:cNvPr>
          <p:cNvSpPr>
            <a:spLocks xmlns:a="http://schemas.openxmlformats.org/drawingml/2006/main" noGrp="1"/>
          </p:cNvSpPr>
          <p:nvPr/>
        </p:nvSpPr>
        <p:spPr>
          <a:xfrm xmlns:a="http://schemas.openxmlformats.org/drawingml/2006/main">
            <a:off x="1276350" y="539115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ADR y residuos</a:t>
            </a:r>
          </a:p>
        </p:txBody>
      </p:sp>
      <p:sp>
        <p:nvSpPr>
          <p:cNvPr id="17" name="">
            <a:extLst xmlns:a="http://schemas.openxmlformats.org/drawingml/2006/main">
              <a:ext uri="{FF2B5EF4-FFF2-40B4-BE49-F238E27FC236}">
                <a16:creationId xmlns:a16="http://schemas.microsoft.com/office/drawing/2014/main" id="{BFC0036F-1F59-426D-882F-DD2E71E1E412}"/>
              </a:ext>
            </a:extLst>
          </p:cNvPr>
          <p:cNvSpPr>
            <a:spLocks xmlns:a="http://schemas.openxmlformats.org/drawingml/2006/main" noGrp="1"/>
          </p:cNvSpPr>
          <p:nvPr/>
        </p:nvSpPr>
        <p:spPr>
          <a:xfrm xmlns:a="http://schemas.openxmlformats.org/drawingml/2006/main">
            <a:off x="6238875" y="30670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77E1CC9-96C2-4E6E-B25F-29358289337C}"/>
              </a:ext>
            </a:extLst>
          </p:cNvPr>
          <p:cNvSpPr>
            <a:spLocks xmlns:a="http://schemas.openxmlformats.org/drawingml/2006/main" noGrp="1"/>
          </p:cNvSpPr>
          <p:nvPr/>
        </p:nvSpPr>
        <p:spPr>
          <a:xfrm xmlns:a="http://schemas.openxmlformats.org/drawingml/2006/main">
            <a:off x="6238875" y="32575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05</a:t>
            </a:r>
          </a:p>
        </p:txBody>
      </p:sp>
      <p:sp>
        <p:nvSpPr>
          <p:cNvPr id="19" name="">
            <a:extLst xmlns:a="http://schemas.openxmlformats.org/drawingml/2006/main">
              <a:ext uri="{FF2B5EF4-FFF2-40B4-BE49-F238E27FC236}">
                <a16:creationId xmlns:a16="http://schemas.microsoft.com/office/drawing/2014/main" id="{880FA3AB-F4A3-434F-B93C-F79CCFAC041E}"/>
              </a:ext>
            </a:extLst>
          </p:cNvPr>
          <p:cNvSpPr>
            <a:spLocks xmlns:a="http://schemas.openxmlformats.org/drawingml/2006/main" noGrp="1"/>
          </p:cNvSpPr>
          <p:nvPr/>
        </p:nvSpPr>
        <p:spPr>
          <a:xfrm xmlns:a="http://schemas.openxmlformats.org/drawingml/2006/main">
            <a:off x="6753225" y="316230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Carburantes</a:t>
            </a:r>
          </a:p>
        </p:txBody>
      </p:sp>
      <p:sp>
        <p:nvSpPr>
          <p:cNvPr id="20" name="">
            <a:extLst xmlns:a="http://schemas.openxmlformats.org/drawingml/2006/main">
              <a:ext uri="{FF2B5EF4-FFF2-40B4-BE49-F238E27FC236}">
                <a16:creationId xmlns:a16="http://schemas.microsoft.com/office/drawing/2014/main" id="{59B9B131-4CD5-4B9F-A37A-AB5C94993CA4}"/>
              </a:ext>
            </a:extLst>
          </p:cNvPr>
          <p:cNvSpPr>
            <a:spLocks xmlns:a="http://schemas.openxmlformats.org/drawingml/2006/main" noGrp="1"/>
          </p:cNvSpPr>
          <p:nvPr/>
        </p:nvSpPr>
        <p:spPr>
          <a:xfrm xmlns:a="http://schemas.openxmlformats.org/drawingml/2006/main">
            <a:off x="6238875" y="38100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4837C0A-E4E4-469F-ACD0-B2B03CCA9DCE}"/>
              </a:ext>
            </a:extLst>
          </p:cNvPr>
          <p:cNvSpPr>
            <a:spLocks xmlns:a="http://schemas.openxmlformats.org/drawingml/2006/main" noGrp="1"/>
          </p:cNvSpPr>
          <p:nvPr/>
        </p:nvSpPr>
        <p:spPr>
          <a:xfrm xmlns:a="http://schemas.openxmlformats.org/drawingml/2006/main">
            <a:off x="6238875" y="40005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06</a:t>
            </a:r>
          </a:p>
        </p:txBody>
      </p:sp>
      <p:sp>
        <p:nvSpPr>
          <p:cNvPr id="22" name="">
            <a:extLst xmlns:a="http://schemas.openxmlformats.org/drawingml/2006/main">
              <a:ext uri="{FF2B5EF4-FFF2-40B4-BE49-F238E27FC236}">
                <a16:creationId xmlns:a16="http://schemas.microsoft.com/office/drawing/2014/main" id="{D440CCEA-22B4-4C97-BFC9-2BFC22E9D894}"/>
              </a:ext>
            </a:extLst>
          </p:cNvPr>
          <p:cNvSpPr>
            <a:spLocks xmlns:a="http://schemas.openxmlformats.org/drawingml/2006/main" noGrp="1"/>
          </p:cNvSpPr>
          <p:nvPr/>
        </p:nvSpPr>
        <p:spPr>
          <a:xfrm xmlns:a="http://schemas.openxmlformats.org/drawingml/2006/main">
            <a:off x="6753225" y="390525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Transporte especial</a:t>
            </a:r>
          </a:p>
        </p:txBody>
      </p:sp>
      <p:sp>
        <p:nvSpPr>
          <p:cNvPr id="23" name="">
            <a:extLst xmlns:a="http://schemas.openxmlformats.org/drawingml/2006/main">
              <a:ext uri="{FF2B5EF4-FFF2-40B4-BE49-F238E27FC236}">
                <a16:creationId xmlns:a16="http://schemas.microsoft.com/office/drawing/2014/main" id="{AA53C8C7-5A9A-40DD-8F43-254677E91B39}"/>
              </a:ext>
            </a:extLst>
          </p:cNvPr>
          <p:cNvSpPr>
            <a:spLocks xmlns:a="http://schemas.openxmlformats.org/drawingml/2006/main" noGrp="1"/>
          </p:cNvSpPr>
          <p:nvPr/>
        </p:nvSpPr>
        <p:spPr>
          <a:xfrm xmlns:a="http://schemas.openxmlformats.org/drawingml/2006/main">
            <a:off x="6238875" y="45529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1B16B9E-3562-4D0B-8277-A3E6E348F6EA}"/>
              </a:ext>
            </a:extLst>
          </p:cNvPr>
          <p:cNvSpPr>
            <a:spLocks xmlns:a="http://schemas.openxmlformats.org/drawingml/2006/main" noGrp="1"/>
          </p:cNvSpPr>
          <p:nvPr/>
        </p:nvSpPr>
        <p:spPr>
          <a:xfrm xmlns:a="http://schemas.openxmlformats.org/drawingml/2006/main">
            <a:off x="6238875" y="47434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07</a:t>
            </a:r>
          </a:p>
        </p:txBody>
      </p:sp>
      <p:sp>
        <p:nvSpPr>
          <p:cNvPr id="25" name="">
            <a:extLst xmlns:a="http://schemas.openxmlformats.org/drawingml/2006/main">
              <a:ext uri="{FF2B5EF4-FFF2-40B4-BE49-F238E27FC236}">
                <a16:creationId xmlns:a16="http://schemas.microsoft.com/office/drawing/2014/main" id="{FF5FDF89-ADF0-4B21-A1D6-1618876D399E}"/>
              </a:ext>
            </a:extLst>
          </p:cNvPr>
          <p:cNvSpPr>
            <a:spLocks xmlns:a="http://schemas.openxmlformats.org/drawingml/2006/main" noGrp="1"/>
          </p:cNvSpPr>
          <p:nvPr/>
        </p:nvSpPr>
        <p:spPr>
          <a:xfrm xmlns:a="http://schemas.openxmlformats.org/drawingml/2006/main">
            <a:off x="6753225" y="464820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Contenedores y puerto</a:t>
            </a:r>
          </a:p>
        </p:txBody>
      </p:sp>
      <p:sp>
        <p:nvSpPr>
          <p:cNvPr id="26" name="">
            <a:extLst xmlns:a="http://schemas.openxmlformats.org/drawingml/2006/main">
              <a:ext uri="{FF2B5EF4-FFF2-40B4-BE49-F238E27FC236}">
                <a16:creationId xmlns:a16="http://schemas.microsoft.com/office/drawing/2014/main" id="{EDA4BDB5-41A1-471C-AF67-8F76AA1194F4}"/>
              </a:ext>
            </a:extLst>
          </p:cNvPr>
          <p:cNvSpPr>
            <a:spLocks xmlns:a="http://schemas.openxmlformats.org/drawingml/2006/main" noGrp="1"/>
          </p:cNvSpPr>
          <p:nvPr/>
        </p:nvSpPr>
        <p:spPr>
          <a:xfrm xmlns:a="http://schemas.openxmlformats.org/drawingml/2006/main">
            <a:off x="6238875" y="52959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C39B9B9-27A5-42ED-AF2F-E3F388813916}"/>
              </a:ext>
            </a:extLst>
          </p:cNvPr>
          <p:cNvSpPr>
            <a:spLocks xmlns:a="http://schemas.openxmlformats.org/drawingml/2006/main" noGrp="1"/>
          </p:cNvSpPr>
          <p:nvPr/>
        </p:nvSpPr>
        <p:spPr>
          <a:xfrm xmlns:a="http://schemas.openxmlformats.org/drawingml/2006/main">
            <a:off x="6238875" y="54864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08</a:t>
            </a:r>
          </a:p>
        </p:txBody>
      </p:sp>
      <p:sp>
        <p:nvSpPr>
          <p:cNvPr id="28" name="">
            <a:extLst xmlns:a="http://schemas.openxmlformats.org/drawingml/2006/main">
              <a:ext uri="{FF2B5EF4-FFF2-40B4-BE49-F238E27FC236}">
                <a16:creationId xmlns:a16="http://schemas.microsoft.com/office/drawing/2014/main" id="{DCAD0F62-A20F-4E35-8D2D-D59565A3128B}"/>
              </a:ext>
            </a:extLst>
          </p:cNvPr>
          <p:cNvSpPr>
            <a:spLocks xmlns:a="http://schemas.openxmlformats.org/drawingml/2006/main" noGrp="1"/>
          </p:cNvSpPr>
          <p:nvPr/>
        </p:nvSpPr>
        <p:spPr>
          <a:xfrm xmlns:a="http://schemas.openxmlformats.org/drawingml/2006/main">
            <a:off x="6753225" y="539115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Gestión de stock</a:t>
            </a:r>
          </a:p>
        </p:txBody>
      </p:sp>
      <p:sp>
        <p:nvSpPr>
          <p:cNvPr id="29" name="">
            <a:extLst xmlns:a="http://schemas.openxmlformats.org/drawingml/2006/main">
              <a:ext uri="{FF2B5EF4-FFF2-40B4-BE49-F238E27FC236}">
                <a16:creationId xmlns:a16="http://schemas.microsoft.com/office/drawing/2014/main" id="{B9306DA5-A0A0-412E-9DF5-D3FC900A2ABF}"/>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5A2A602-797D-41DD-9130-043C84CB3030}"/>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02 / QUÉ HACEMOS</a:t>
            </a:r>
          </a:p>
        </p:txBody>
      </p:sp>
      <p:sp>
        <p:nvSpPr>
          <p:cNvPr id="31" name="">
            <a:extLst xmlns:a="http://schemas.openxmlformats.org/drawingml/2006/main">
              <a:ext uri="{FF2B5EF4-FFF2-40B4-BE49-F238E27FC236}">
                <a16:creationId xmlns:a16="http://schemas.microsoft.com/office/drawing/2014/main" id="{A71E6378-647F-4EC1-B90F-895B3392B4EA}"/>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04 / 16</a:t>
            </a:r>
          </a:p>
        </p:txBody>
      </p:sp>
    </p:spTree>
    <p:extLst>
      <p:ext uri="{BB962C8B-B14F-4D97-AF65-F5344CB8AC3E}">
        <p14:creationId xmlns:p14="http://schemas.microsoft.com/office/powerpoint/2010/main" val="1038227096"/>
      </p:ext>
    </p:extLst>
  </p:cSld>
</p:sld>
</file>

<file path=ppt/slides/slide5.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8AE2D8A-F0AC-4B8D-BB70-3C93B7477DA2}"/>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02AD6C-8D89-441B-95CE-730BCBFBF9B4}"/>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 / QUÉ HACEMOS</a:t>
            </a:r>
          </a:p>
        </p:txBody>
      </p:sp>
      <p:sp>
        <p:nvSpPr>
          <p:cNvPr id="3" name="">
            <a:extLst xmlns:a="http://schemas.openxmlformats.org/drawingml/2006/main">
              <a:ext uri="{FF2B5EF4-FFF2-40B4-BE49-F238E27FC236}">
                <a16:creationId xmlns:a16="http://schemas.microsoft.com/office/drawing/2014/main" id="{1FF0D5C2-579B-4D57-9DD9-C435B7631CF5}"/>
              </a:ext>
            </a:extLst>
          </p:cNvPr>
          <p:cNvSpPr>
            <a:spLocks xmlns:a="http://schemas.openxmlformats.org/drawingml/2006/main" noGrp="1"/>
          </p:cNvSpPr>
          <p:nvPr/>
        </p:nvSpPr>
        <p:spPr>
          <a:xfrm xmlns:a="http://schemas.openxmlformats.org/drawingml/2006/main">
            <a:off x="762000" y="10287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75" b="0" i="0">
                <a:solidFill>
                  <a:srgbClr val="211D1A"/>
                </a:solidFill>
                <a:latin typeface="Georgia"/>
                <a:ea typeface="Georgia"/>
                <a:cs typeface="Georgia"/>
              </a:defRPr>
            </a:defPPr>
            <a:lvl1pPr algn="l">
              <a:defRPr sz="4575" b="0" i="0">
                <a:solidFill>
                  <a:srgbClr val="211D1A"/>
                </a:solidFill>
                <a:latin typeface="Georgia"/>
                <a:ea typeface="Georgia"/>
                <a:cs typeface="Georgia"/>
              </a:defRPr>
            </a:lvl1pPr>
            <a:lvl2pPr algn="l">
              <a:defRPr sz="4575" b="0" i="0">
                <a:solidFill>
                  <a:srgbClr val="211D1A"/>
                </a:solidFill>
                <a:latin typeface="Georgia"/>
                <a:ea typeface="Georgia"/>
                <a:cs typeface="Georgia"/>
              </a:defRPr>
            </a:lvl2pPr>
            <a:lvl3pPr algn="l">
              <a:defRPr sz="4575" b="0" i="0">
                <a:solidFill>
                  <a:srgbClr val="211D1A"/>
                </a:solidFill>
                <a:latin typeface="Georgia"/>
                <a:ea typeface="Georgia"/>
                <a:cs typeface="Georgia"/>
              </a:defRPr>
            </a:lvl3pPr>
            <a:lvl4pPr algn="l">
              <a:defRPr sz="4575" b="0" i="0">
                <a:solidFill>
                  <a:srgbClr val="211D1A"/>
                </a:solidFill>
                <a:latin typeface="Georgia"/>
                <a:ea typeface="Georgia"/>
                <a:cs typeface="Georgia"/>
              </a:defRPr>
            </a:lvl4pPr>
            <a:lvl5pPr algn="l">
              <a:defRPr sz="4575" b="0" i="0">
                <a:solidFill>
                  <a:srgbClr val="211D1A"/>
                </a:solidFill>
                <a:latin typeface="Georgia"/>
                <a:ea typeface="Georgia"/>
                <a:cs typeface="Georgia"/>
              </a:defRPr>
            </a:lvl5pPr>
            <a:lvl6pPr algn="l">
              <a:defRPr sz="4575" b="0" i="0">
                <a:solidFill>
                  <a:srgbClr val="211D1A"/>
                </a:solidFill>
                <a:latin typeface="Georgia"/>
                <a:ea typeface="Georgia"/>
                <a:cs typeface="Georgia"/>
              </a:defRPr>
            </a:lvl6pPr>
            <a:lvl7pPr algn="l">
              <a:defRPr sz="4575" b="0" i="0">
                <a:solidFill>
                  <a:srgbClr val="211D1A"/>
                </a:solidFill>
                <a:latin typeface="Georgia"/>
                <a:ea typeface="Georgia"/>
                <a:cs typeface="Georgia"/>
              </a:defRPr>
            </a:lvl7pPr>
            <a:lvl8pPr algn="l">
              <a:defRPr sz="4575" b="0" i="0">
                <a:solidFill>
                  <a:srgbClr val="211D1A"/>
                </a:solidFill>
                <a:latin typeface="Georgia"/>
                <a:ea typeface="Georgia"/>
                <a:cs typeface="Georgia"/>
              </a:defRPr>
            </a:lvl8pPr>
            <a:lvl9pPr algn="l">
              <a:defRPr sz="4575" b="0" i="0">
                <a:solidFill>
                  <a:srgbClr val="211D1A"/>
                </a:solidFill>
                <a:latin typeface="Georgia"/>
                <a:ea typeface="Georgia"/>
                <a:cs typeface="Georgia"/>
              </a:defRPr>
            </a:lvl9pPr>
          </a:lstStyle>
          <a:p xmlns:a="http://schemas.openxmlformats.org/drawingml/2006/main">
            <a:pPr algn="l">
              <a:lnSpc>
                <a:spcPct val="98000"/>
              </a:lnSpc>
              <a:buNone/>
              <a:defRPr sz="4575" b="0" i="0">
                <a:solidFill>
                  <a:srgbClr val="211D1A"/>
                </a:solidFill>
                <a:latin typeface="Georgia"/>
                <a:ea typeface="Georgia"/>
                <a:cs typeface="Georgia"/>
              </a:defRPr>
            </a:pPr>
            <a:r>
              <a:rPr sz="4575" b="0" i="0">
                <a:solidFill>
                  <a:srgbClr val="211D1A"/>
                </a:solidFill>
                <a:latin typeface="Georgia"/>
                <a:ea typeface="Georgia"/>
                <a:cs typeface="Georgia"/>
              </a:rPr>
              <a:t>Especialidades en detalle</a:t>
            </a:r>
          </a:p>
        </p:txBody>
      </p:sp>
      <p:sp>
        <p:nvSpPr>
          <p:cNvPr id="4" name="">
            <a:extLst xmlns:a="http://schemas.openxmlformats.org/drawingml/2006/main">
              <a:ext uri="{FF2B5EF4-FFF2-40B4-BE49-F238E27FC236}">
                <a16:creationId xmlns:a16="http://schemas.microsoft.com/office/drawing/2014/main" id="{2B961E1E-50D6-4633-8D26-093DA3BE80A1}"/>
              </a:ext>
            </a:extLst>
          </p:cNvPr>
          <p:cNvSpPr>
            <a:spLocks xmlns:a="http://schemas.openxmlformats.org/drawingml/2006/main" noGrp="1"/>
          </p:cNvSpPr>
          <p:nvPr/>
        </p:nvSpPr>
        <p:spPr>
          <a:xfrm xmlns:a="http://schemas.openxmlformats.org/drawingml/2006/main">
            <a:off x="762000" y="1790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01–02 / 08</a:t>
            </a:r>
          </a:p>
        </p:txBody>
      </p:sp>
      <p:pic>
        <p:nvPicPr>
          <p:cNvPr id="5" name="">
            <a:extLst xmlns:a="http://schemas.openxmlformats.org/drawingml/2006/main">
              <a:ext uri="{FF2B5EF4-FFF2-40B4-BE49-F238E27FC236}">
                <a16:creationId xmlns:a16="http://schemas.microsoft.com/office/drawing/2014/main" id="{52D3CC49-BD6C-4F9E-99F2-DB3ECE978EAE}"/>
              </a:ext>
            </a:extLst>
          </p:cNvPr>
          <p:cNvPicPr>
            <a:picLocks xmlns:a="http://schemas.openxmlformats.org/drawingml/2006/main" noChangeAspect="1"/>
          </p:cNvPicPr>
          <p:nvPr/>
        </p:nvPicPr>
        <p:blipFill>
          <a:blip xmlns:r="http://schemas.openxmlformats.org/officeDocument/2006/relationships" xmlns:a="http://schemas.openxmlformats.org/drawingml/2006/main" r:embed="R83103129b1124fce"/>
          <a:srcRect xmlns:a="http://schemas.openxmlformats.org/drawingml/2006/main" l="0" t="23962" r="0" b="23962"/>
          <a:stretch xmlns:a="http://schemas.openxmlformats.org/drawingml/2006/main">
            <a:fillRect l="0" t="0" r="0" b="0"/>
          </a:stretch>
        </p:blipFill>
        <p:spPr>
          <a:xfrm xmlns:a="http://schemas.openxmlformats.org/drawingml/2006/main">
            <a:off x="762000" y="2171700"/>
            <a:ext cx="5048250" cy="19716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6639B69-0931-43D4-BDB7-02D2AB9C8C98}"/>
              </a:ext>
            </a:extLst>
          </p:cNvPr>
          <p:cNvSpPr>
            <a:spLocks xmlns:a="http://schemas.openxmlformats.org/drawingml/2006/main" noGrp="1"/>
          </p:cNvSpPr>
          <p:nvPr/>
        </p:nvSpPr>
        <p:spPr>
          <a:xfrm xmlns:a="http://schemas.openxmlformats.org/drawingml/2006/main">
            <a:off x="76200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97DD520-73E6-4768-A5D1-DDE79290118D}"/>
              </a:ext>
            </a:extLst>
          </p:cNvPr>
          <p:cNvSpPr>
            <a:spLocks xmlns:a="http://schemas.openxmlformats.org/drawingml/2006/main" noGrp="1"/>
          </p:cNvSpPr>
          <p:nvPr/>
        </p:nvSpPr>
        <p:spPr>
          <a:xfrm xmlns:a="http://schemas.openxmlformats.org/drawingml/2006/main">
            <a:off x="76200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6B875D0B-BFE6-4566-896D-03D404270530}"/>
              </a:ext>
            </a:extLst>
          </p:cNvPr>
          <p:cNvSpPr>
            <a:spLocks xmlns:a="http://schemas.openxmlformats.org/drawingml/2006/main" noGrp="1"/>
          </p:cNvSpPr>
          <p:nvPr/>
        </p:nvSpPr>
        <p:spPr>
          <a:xfrm xmlns:a="http://schemas.openxmlformats.org/drawingml/2006/main">
            <a:off x="119062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Granel</a:t>
            </a:r>
          </a:p>
        </p:txBody>
      </p:sp>
      <p:sp>
        <p:nvSpPr>
          <p:cNvPr id="9" name="">
            <a:extLst xmlns:a="http://schemas.openxmlformats.org/drawingml/2006/main">
              <a:ext uri="{FF2B5EF4-FFF2-40B4-BE49-F238E27FC236}">
                <a16:creationId xmlns:a16="http://schemas.microsoft.com/office/drawing/2014/main" id="{C709BF20-A3E7-44E0-B51A-57DF5E4CE547}"/>
              </a:ext>
            </a:extLst>
          </p:cNvPr>
          <p:cNvSpPr>
            <a:spLocks xmlns:a="http://schemas.openxmlformats.org/drawingml/2006/main" noGrp="1"/>
          </p:cNvSpPr>
          <p:nvPr/>
        </p:nvSpPr>
        <p:spPr>
          <a:xfrm xmlns:a="http://schemas.openxmlformats.org/drawingml/2006/main">
            <a:off x="76200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Más de 20 años de transporte de mercancías a granel con flota basculante, incluida la carga y descarga de buques.</a:t>
            </a:r>
          </a:p>
        </p:txBody>
      </p:sp>
      <p:sp>
        <p:nvSpPr>
          <p:cNvPr id="10" name="">
            <a:extLst xmlns:a="http://schemas.openxmlformats.org/drawingml/2006/main">
              <a:ext uri="{FF2B5EF4-FFF2-40B4-BE49-F238E27FC236}">
                <a16:creationId xmlns:a16="http://schemas.microsoft.com/office/drawing/2014/main" id="{C38A4B25-02BF-430B-89C3-0560DA3EB159}"/>
              </a:ext>
            </a:extLst>
          </p:cNvPr>
          <p:cNvSpPr>
            <a:spLocks xmlns:a="http://schemas.openxmlformats.org/drawingml/2006/main" noGrp="1"/>
          </p:cNvSpPr>
          <p:nvPr/>
        </p:nvSpPr>
        <p:spPr>
          <a:xfrm xmlns:a="http://schemas.openxmlformats.org/drawingml/2006/main">
            <a:off x="76200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El origen del grupo</a:t>
            </a:r>
          </a:p>
        </p:txBody>
      </p:sp>
      <p:pic>
        <p:nvPicPr>
          <p:cNvPr id="11" name="">
            <a:extLst xmlns:a="http://schemas.openxmlformats.org/drawingml/2006/main">
              <a:ext uri="{FF2B5EF4-FFF2-40B4-BE49-F238E27FC236}">
                <a16:creationId xmlns:a16="http://schemas.microsoft.com/office/drawing/2014/main" id="{3A37A670-7945-4BFF-BDA5-C5900678B672}"/>
              </a:ext>
            </a:extLst>
          </p:cNvPr>
          <p:cNvPicPr>
            <a:picLocks xmlns:a="http://schemas.openxmlformats.org/drawingml/2006/main" noChangeAspect="1"/>
          </p:cNvPicPr>
          <p:nvPr/>
        </p:nvPicPr>
        <p:blipFill>
          <a:blip xmlns:r="http://schemas.openxmlformats.org/officeDocument/2006/relationships" xmlns:a="http://schemas.openxmlformats.org/drawingml/2006/main" r:embed="R12fcb04da16248bd"/>
          <a:srcRect xmlns:a="http://schemas.openxmlformats.org/drawingml/2006/main" l="0" t="23962" r="0" b="23962"/>
          <a:stretch xmlns:a="http://schemas.openxmlformats.org/drawingml/2006/main">
            <a:fillRect l="0" t="0" r="0" b="0"/>
          </a:stretch>
        </p:blipFill>
        <p:spPr>
          <a:xfrm xmlns:a="http://schemas.openxmlformats.org/drawingml/2006/main">
            <a:off x="6191250" y="2171700"/>
            <a:ext cx="5048250" cy="19716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5DEA690-0573-4AB0-942C-40E5CF0D66B1}"/>
              </a:ext>
            </a:extLst>
          </p:cNvPr>
          <p:cNvSpPr>
            <a:spLocks xmlns:a="http://schemas.openxmlformats.org/drawingml/2006/main" noGrp="1"/>
          </p:cNvSpPr>
          <p:nvPr/>
        </p:nvSpPr>
        <p:spPr>
          <a:xfrm xmlns:a="http://schemas.openxmlformats.org/drawingml/2006/main">
            <a:off x="619125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32791C5-A5A2-4646-BB20-0249F519E4B9}"/>
              </a:ext>
            </a:extLst>
          </p:cNvPr>
          <p:cNvSpPr>
            <a:spLocks xmlns:a="http://schemas.openxmlformats.org/drawingml/2006/main" noGrp="1"/>
          </p:cNvSpPr>
          <p:nvPr/>
        </p:nvSpPr>
        <p:spPr>
          <a:xfrm xmlns:a="http://schemas.openxmlformats.org/drawingml/2006/main">
            <a:off x="619125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B2FE275B-33C3-478D-9743-C3318F663E2A}"/>
              </a:ext>
            </a:extLst>
          </p:cNvPr>
          <p:cNvSpPr>
            <a:spLocks xmlns:a="http://schemas.openxmlformats.org/drawingml/2006/main" noGrp="1"/>
          </p:cNvSpPr>
          <p:nvPr/>
        </p:nvSpPr>
        <p:spPr>
          <a:xfrm xmlns:a="http://schemas.openxmlformats.org/drawingml/2006/main">
            <a:off x="661987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Paletizado y grupajes</a:t>
            </a:r>
          </a:p>
        </p:txBody>
      </p:sp>
      <p:sp>
        <p:nvSpPr>
          <p:cNvPr id="15" name="">
            <a:extLst xmlns:a="http://schemas.openxmlformats.org/drawingml/2006/main">
              <a:ext uri="{FF2B5EF4-FFF2-40B4-BE49-F238E27FC236}">
                <a16:creationId xmlns:a16="http://schemas.microsoft.com/office/drawing/2014/main" id="{175391B8-8190-45FD-8213-53ACB675A239}"/>
              </a:ext>
            </a:extLst>
          </p:cNvPr>
          <p:cNvSpPr>
            <a:spLocks xmlns:a="http://schemas.openxmlformats.org/drawingml/2006/main" noGrp="1"/>
          </p:cNvSpPr>
          <p:nvPr/>
        </p:nvSpPr>
        <p:spPr>
          <a:xfrm xmlns:a="http://schemas.openxmlformats.org/drawingml/2006/main">
            <a:off x="619125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Grupajes a todas las provincias y entrega rápida en cualquier punto de España.</a:t>
            </a:r>
          </a:p>
        </p:txBody>
      </p:sp>
      <p:sp>
        <p:nvSpPr>
          <p:cNvPr id="16" name="">
            <a:extLst xmlns:a="http://schemas.openxmlformats.org/drawingml/2006/main">
              <a:ext uri="{FF2B5EF4-FFF2-40B4-BE49-F238E27FC236}">
                <a16:creationId xmlns:a16="http://schemas.microsoft.com/office/drawing/2014/main" id="{943C4A73-7C9B-443B-BB4E-764D2985BB47}"/>
              </a:ext>
            </a:extLst>
          </p:cNvPr>
          <p:cNvSpPr>
            <a:spLocks xmlns:a="http://schemas.openxmlformats.org/drawingml/2006/main" noGrp="1"/>
          </p:cNvSpPr>
          <p:nvPr/>
        </p:nvSpPr>
        <p:spPr>
          <a:xfrm xmlns:a="http://schemas.openxmlformats.org/drawingml/2006/main">
            <a:off x="619125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Flota propia y dos bases logísticas</a:t>
            </a:r>
          </a:p>
        </p:txBody>
      </p:sp>
      <p:sp>
        <p:nvSpPr>
          <p:cNvPr id="17" name="">
            <a:extLst xmlns:a="http://schemas.openxmlformats.org/drawingml/2006/main">
              <a:ext uri="{FF2B5EF4-FFF2-40B4-BE49-F238E27FC236}">
                <a16:creationId xmlns:a16="http://schemas.microsoft.com/office/drawing/2014/main" id="{5CFD63B2-EEF4-4F60-A379-F0F0A69A0FB1}"/>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AEEB06D-89B3-4EEA-82CE-C9F3B760479C}"/>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02 / QUÉ HACEMOS</a:t>
            </a:r>
          </a:p>
        </p:txBody>
      </p:sp>
      <p:sp>
        <p:nvSpPr>
          <p:cNvPr id="19" name="">
            <a:extLst xmlns:a="http://schemas.openxmlformats.org/drawingml/2006/main">
              <a:ext uri="{FF2B5EF4-FFF2-40B4-BE49-F238E27FC236}">
                <a16:creationId xmlns:a16="http://schemas.microsoft.com/office/drawing/2014/main" id="{8B6FB89C-6541-4AFA-A1FF-18DAE8A191DD}"/>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05 / 16</a:t>
            </a:r>
          </a:p>
        </p:txBody>
      </p:sp>
    </p:spTree>
    <p:extLst>
      <p:ext uri="{BB962C8B-B14F-4D97-AF65-F5344CB8AC3E}">
        <p14:creationId xmlns:p14="http://schemas.microsoft.com/office/powerpoint/2010/main" val="551637616"/>
      </p:ext>
    </p:extLst>
  </p:cSld>
</p:sld>
</file>

<file path=ppt/slides/slide6.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10CE1D7-554B-48AF-A3E7-FDEB1B80187E}"/>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E7F873-D6A8-42CD-AA24-C3F44D550622}"/>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 / QUÉ HACEMOS</a:t>
            </a:r>
          </a:p>
        </p:txBody>
      </p:sp>
      <p:sp>
        <p:nvSpPr>
          <p:cNvPr id="3" name="">
            <a:extLst xmlns:a="http://schemas.openxmlformats.org/drawingml/2006/main">
              <a:ext uri="{FF2B5EF4-FFF2-40B4-BE49-F238E27FC236}">
                <a16:creationId xmlns:a16="http://schemas.microsoft.com/office/drawing/2014/main" id="{40EC3039-7B8F-4BC5-8D51-BC186321BFB1}"/>
              </a:ext>
            </a:extLst>
          </p:cNvPr>
          <p:cNvSpPr>
            <a:spLocks xmlns:a="http://schemas.openxmlformats.org/drawingml/2006/main" noGrp="1"/>
          </p:cNvSpPr>
          <p:nvPr/>
        </p:nvSpPr>
        <p:spPr>
          <a:xfrm xmlns:a="http://schemas.openxmlformats.org/drawingml/2006/main">
            <a:off x="762000" y="10287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75" b="0" i="0">
                <a:solidFill>
                  <a:srgbClr val="211D1A"/>
                </a:solidFill>
                <a:latin typeface="Georgia"/>
                <a:ea typeface="Georgia"/>
                <a:cs typeface="Georgia"/>
              </a:defRPr>
            </a:defPPr>
            <a:lvl1pPr algn="l">
              <a:defRPr sz="4575" b="0" i="0">
                <a:solidFill>
                  <a:srgbClr val="211D1A"/>
                </a:solidFill>
                <a:latin typeface="Georgia"/>
                <a:ea typeface="Georgia"/>
                <a:cs typeface="Georgia"/>
              </a:defRPr>
            </a:lvl1pPr>
            <a:lvl2pPr algn="l">
              <a:defRPr sz="4575" b="0" i="0">
                <a:solidFill>
                  <a:srgbClr val="211D1A"/>
                </a:solidFill>
                <a:latin typeface="Georgia"/>
                <a:ea typeface="Georgia"/>
                <a:cs typeface="Georgia"/>
              </a:defRPr>
            </a:lvl2pPr>
            <a:lvl3pPr algn="l">
              <a:defRPr sz="4575" b="0" i="0">
                <a:solidFill>
                  <a:srgbClr val="211D1A"/>
                </a:solidFill>
                <a:latin typeface="Georgia"/>
                <a:ea typeface="Georgia"/>
                <a:cs typeface="Georgia"/>
              </a:defRPr>
            </a:lvl3pPr>
            <a:lvl4pPr algn="l">
              <a:defRPr sz="4575" b="0" i="0">
                <a:solidFill>
                  <a:srgbClr val="211D1A"/>
                </a:solidFill>
                <a:latin typeface="Georgia"/>
                <a:ea typeface="Georgia"/>
                <a:cs typeface="Georgia"/>
              </a:defRPr>
            </a:lvl4pPr>
            <a:lvl5pPr algn="l">
              <a:defRPr sz="4575" b="0" i="0">
                <a:solidFill>
                  <a:srgbClr val="211D1A"/>
                </a:solidFill>
                <a:latin typeface="Georgia"/>
                <a:ea typeface="Georgia"/>
                <a:cs typeface="Georgia"/>
              </a:defRPr>
            </a:lvl5pPr>
            <a:lvl6pPr algn="l">
              <a:defRPr sz="4575" b="0" i="0">
                <a:solidFill>
                  <a:srgbClr val="211D1A"/>
                </a:solidFill>
                <a:latin typeface="Georgia"/>
                <a:ea typeface="Georgia"/>
                <a:cs typeface="Georgia"/>
              </a:defRPr>
            </a:lvl6pPr>
            <a:lvl7pPr algn="l">
              <a:defRPr sz="4575" b="0" i="0">
                <a:solidFill>
                  <a:srgbClr val="211D1A"/>
                </a:solidFill>
                <a:latin typeface="Georgia"/>
                <a:ea typeface="Georgia"/>
                <a:cs typeface="Georgia"/>
              </a:defRPr>
            </a:lvl7pPr>
            <a:lvl8pPr algn="l">
              <a:defRPr sz="4575" b="0" i="0">
                <a:solidFill>
                  <a:srgbClr val="211D1A"/>
                </a:solidFill>
                <a:latin typeface="Georgia"/>
                <a:ea typeface="Georgia"/>
                <a:cs typeface="Georgia"/>
              </a:defRPr>
            </a:lvl8pPr>
            <a:lvl9pPr algn="l">
              <a:defRPr sz="4575" b="0" i="0">
                <a:solidFill>
                  <a:srgbClr val="211D1A"/>
                </a:solidFill>
                <a:latin typeface="Georgia"/>
                <a:ea typeface="Georgia"/>
                <a:cs typeface="Georgia"/>
              </a:defRPr>
            </a:lvl9pPr>
          </a:lstStyle>
          <a:p xmlns:a="http://schemas.openxmlformats.org/drawingml/2006/main">
            <a:pPr algn="l">
              <a:lnSpc>
                <a:spcPct val="98000"/>
              </a:lnSpc>
              <a:buNone/>
              <a:defRPr sz="4575" b="0" i="0">
                <a:solidFill>
                  <a:srgbClr val="211D1A"/>
                </a:solidFill>
                <a:latin typeface="Georgia"/>
                <a:ea typeface="Georgia"/>
                <a:cs typeface="Georgia"/>
              </a:defRPr>
            </a:pPr>
            <a:r>
              <a:rPr sz="4575" b="0" i="0">
                <a:solidFill>
                  <a:srgbClr val="211D1A"/>
                </a:solidFill>
                <a:latin typeface="Georgia"/>
                <a:ea typeface="Georgia"/>
                <a:cs typeface="Georgia"/>
              </a:rPr>
              <a:t>Especialidades en detalle</a:t>
            </a:r>
          </a:p>
        </p:txBody>
      </p:sp>
      <p:sp>
        <p:nvSpPr>
          <p:cNvPr id="4" name="">
            <a:extLst xmlns:a="http://schemas.openxmlformats.org/drawingml/2006/main">
              <a:ext uri="{FF2B5EF4-FFF2-40B4-BE49-F238E27FC236}">
                <a16:creationId xmlns:a16="http://schemas.microsoft.com/office/drawing/2014/main" id="{731515B3-7F5E-48E4-ABB7-2623E4B33B2C}"/>
              </a:ext>
            </a:extLst>
          </p:cNvPr>
          <p:cNvSpPr>
            <a:spLocks xmlns:a="http://schemas.openxmlformats.org/drawingml/2006/main" noGrp="1"/>
          </p:cNvSpPr>
          <p:nvPr/>
        </p:nvSpPr>
        <p:spPr>
          <a:xfrm xmlns:a="http://schemas.openxmlformats.org/drawingml/2006/main">
            <a:off x="762000" y="1790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03–04 / 08</a:t>
            </a:r>
          </a:p>
        </p:txBody>
      </p:sp>
      <p:pic>
        <p:nvPicPr>
          <p:cNvPr id="5" name="">
            <a:extLst xmlns:a="http://schemas.openxmlformats.org/drawingml/2006/main">
              <a:ext uri="{FF2B5EF4-FFF2-40B4-BE49-F238E27FC236}">
                <a16:creationId xmlns:a16="http://schemas.microsoft.com/office/drawing/2014/main" id="{8AB6DFA3-1F39-46A8-AC19-450418410A09}"/>
              </a:ext>
            </a:extLst>
          </p:cNvPr>
          <p:cNvPicPr>
            <a:picLocks xmlns:a="http://schemas.openxmlformats.org/drawingml/2006/main" noChangeAspect="1"/>
          </p:cNvPicPr>
          <p:nvPr/>
        </p:nvPicPr>
        <p:blipFill>
          <a:blip xmlns:r="http://schemas.openxmlformats.org/officeDocument/2006/relationships" xmlns:a="http://schemas.openxmlformats.org/drawingml/2006/main" r:embed="R5a5cae8b8cd54bb8"/>
          <a:srcRect xmlns:a="http://schemas.openxmlformats.org/drawingml/2006/main" l="0" t="23962" r="0" b="23962"/>
          <a:stretch xmlns:a="http://schemas.openxmlformats.org/drawingml/2006/main">
            <a:fillRect l="0" t="0" r="0" b="0"/>
          </a:stretch>
        </p:blipFill>
        <p:spPr>
          <a:xfrm xmlns:a="http://schemas.openxmlformats.org/drawingml/2006/main">
            <a:off x="762000" y="2171700"/>
            <a:ext cx="5048250" cy="19716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1B71D3A-7EBF-435E-92D6-2C2FA707E0A6}"/>
              </a:ext>
            </a:extLst>
          </p:cNvPr>
          <p:cNvSpPr>
            <a:spLocks xmlns:a="http://schemas.openxmlformats.org/drawingml/2006/main" noGrp="1"/>
          </p:cNvSpPr>
          <p:nvPr/>
        </p:nvSpPr>
        <p:spPr>
          <a:xfrm xmlns:a="http://schemas.openxmlformats.org/drawingml/2006/main">
            <a:off x="76200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326C9EC-FE16-4194-9525-BCBF1E5C9F96}"/>
              </a:ext>
            </a:extLst>
          </p:cNvPr>
          <p:cNvSpPr>
            <a:spLocks xmlns:a="http://schemas.openxmlformats.org/drawingml/2006/main" noGrp="1"/>
          </p:cNvSpPr>
          <p:nvPr/>
        </p:nvSpPr>
        <p:spPr>
          <a:xfrm xmlns:a="http://schemas.openxmlformats.org/drawingml/2006/main">
            <a:off x="76200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14B12CB2-E2F0-44FE-BAEF-8E78AA53B559}"/>
              </a:ext>
            </a:extLst>
          </p:cNvPr>
          <p:cNvSpPr>
            <a:spLocks xmlns:a="http://schemas.openxmlformats.org/drawingml/2006/main" noGrp="1"/>
          </p:cNvSpPr>
          <p:nvPr/>
        </p:nvSpPr>
        <p:spPr>
          <a:xfrm xmlns:a="http://schemas.openxmlformats.org/drawingml/2006/main">
            <a:off x="119062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Siderurgia</a:t>
            </a:r>
          </a:p>
        </p:txBody>
      </p:sp>
      <p:sp>
        <p:nvSpPr>
          <p:cNvPr id="9" name="">
            <a:extLst xmlns:a="http://schemas.openxmlformats.org/drawingml/2006/main">
              <a:ext uri="{FF2B5EF4-FFF2-40B4-BE49-F238E27FC236}">
                <a16:creationId xmlns:a16="http://schemas.microsoft.com/office/drawing/2014/main" id="{FADF8BCF-9A52-45CF-AED5-4F156EE0C619}"/>
              </a:ext>
            </a:extLst>
          </p:cNvPr>
          <p:cNvSpPr>
            <a:spLocks xmlns:a="http://schemas.openxmlformats.org/drawingml/2006/main" noGrp="1"/>
          </p:cNvSpPr>
          <p:nvPr/>
        </p:nvSpPr>
        <p:spPr>
          <a:xfrm xmlns:a="http://schemas.openxmlformats.org/drawingml/2006/main">
            <a:off x="76200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De la recogida de chatarra para las acerías a la distribución de bobinas, vigas y perfiles de gran tonelaje.</a:t>
            </a:r>
          </a:p>
        </p:txBody>
      </p:sp>
      <p:sp>
        <p:nvSpPr>
          <p:cNvPr id="10" name="">
            <a:extLst xmlns:a="http://schemas.openxmlformats.org/drawingml/2006/main">
              <a:ext uri="{FF2B5EF4-FFF2-40B4-BE49-F238E27FC236}">
                <a16:creationId xmlns:a16="http://schemas.microsoft.com/office/drawing/2014/main" id="{A36A4F11-E075-42E2-AB03-611F60383799}"/>
              </a:ext>
            </a:extLst>
          </p:cNvPr>
          <p:cNvSpPr>
            <a:spLocks xmlns:a="http://schemas.openxmlformats.org/drawingml/2006/main" noGrp="1"/>
          </p:cNvSpPr>
          <p:nvPr/>
        </p:nvSpPr>
        <p:spPr>
          <a:xfrm xmlns:a="http://schemas.openxmlformats.org/drawingml/2006/main">
            <a:off x="76200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El ciclo del acero</a:t>
            </a:r>
          </a:p>
        </p:txBody>
      </p:sp>
      <p:pic>
        <p:nvPicPr>
          <p:cNvPr id="11" name="">
            <a:extLst xmlns:a="http://schemas.openxmlformats.org/drawingml/2006/main">
              <a:ext uri="{FF2B5EF4-FFF2-40B4-BE49-F238E27FC236}">
                <a16:creationId xmlns:a16="http://schemas.microsoft.com/office/drawing/2014/main" id="{26E1190F-BFA2-434F-B8C2-0FE79DFC5616}"/>
              </a:ext>
            </a:extLst>
          </p:cNvPr>
          <p:cNvPicPr>
            <a:picLocks xmlns:a="http://schemas.openxmlformats.org/drawingml/2006/main" noChangeAspect="1"/>
          </p:cNvPicPr>
          <p:nvPr/>
        </p:nvPicPr>
        <p:blipFill>
          <a:blip xmlns:r="http://schemas.openxmlformats.org/officeDocument/2006/relationships" xmlns:a="http://schemas.openxmlformats.org/drawingml/2006/main" r:embed="R68524545048944ec"/>
          <a:srcRect xmlns:a="http://schemas.openxmlformats.org/drawingml/2006/main" l="0" t="15334" r="0" b="15334"/>
          <a:stretch xmlns:a="http://schemas.openxmlformats.org/drawingml/2006/main">
            <a:fillRect l="0" t="0" r="0" b="0"/>
          </a:stretch>
        </p:blipFill>
        <p:spPr>
          <a:xfrm xmlns:a="http://schemas.openxmlformats.org/drawingml/2006/main">
            <a:off x="6191250" y="2171700"/>
            <a:ext cx="5048250" cy="19716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76D5632-BDA9-4D5A-91AC-A78CC4F1D1FC}"/>
              </a:ext>
            </a:extLst>
          </p:cNvPr>
          <p:cNvSpPr>
            <a:spLocks xmlns:a="http://schemas.openxmlformats.org/drawingml/2006/main" noGrp="1"/>
          </p:cNvSpPr>
          <p:nvPr/>
        </p:nvSpPr>
        <p:spPr>
          <a:xfrm xmlns:a="http://schemas.openxmlformats.org/drawingml/2006/main">
            <a:off x="619125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83183CD-9F02-4956-A480-CDDBF512DC22}"/>
              </a:ext>
            </a:extLst>
          </p:cNvPr>
          <p:cNvSpPr>
            <a:spLocks xmlns:a="http://schemas.openxmlformats.org/drawingml/2006/main" noGrp="1"/>
          </p:cNvSpPr>
          <p:nvPr/>
        </p:nvSpPr>
        <p:spPr>
          <a:xfrm xmlns:a="http://schemas.openxmlformats.org/drawingml/2006/main">
            <a:off x="619125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54500F26-ACD0-4933-8225-5890A49D7027}"/>
              </a:ext>
            </a:extLst>
          </p:cNvPr>
          <p:cNvSpPr>
            <a:spLocks xmlns:a="http://schemas.openxmlformats.org/drawingml/2006/main" noGrp="1"/>
          </p:cNvSpPr>
          <p:nvPr/>
        </p:nvSpPr>
        <p:spPr>
          <a:xfrm xmlns:a="http://schemas.openxmlformats.org/drawingml/2006/main">
            <a:off x="661987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ADR y residuos</a:t>
            </a:r>
          </a:p>
        </p:txBody>
      </p:sp>
      <p:sp>
        <p:nvSpPr>
          <p:cNvPr id="15" name="">
            <a:extLst xmlns:a="http://schemas.openxmlformats.org/drawingml/2006/main">
              <a:ext uri="{FF2B5EF4-FFF2-40B4-BE49-F238E27FC236}">
                <a16:creationId xmlns:a16="http://schemas.microsoft.com/office/drawing/2014/main" id="{23F5ACFA-F06E-4EBC-BE17-01E188DABECD}"/>
              </a:ext>
            </a:extLst>
          </p:cNvPr>
          <p:cNvSpPr>
            <a:spLocks xmlns:a="http://schemas.openxmlformats.org/drawingml/2006/main" noGrp="1"/>
          </p:cNvSpPr>
          <p:nvPr/>
        </p:nvSpPr>
        <p:spPr>
          <a:xfrm xmlns:a="http://schemas.openxmlformats.org/drawingml/2006/main">
            <a:off x="619125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Mercancías peligrosas y residuos, peligrosos y no peligrosos, a granel o paletizados. El grupo declara autorizaciones en vigor y flota preparada para ADR.</a:t>
            </a:r>
          </a:p>
        </p:txBody>
      </p:sp>
      <p:sp>
        <p:nvSpPr>
          <p:cNvPr id="16" name="">
            <a:extLst xmlns:a="http://schemas.openxmlformats.org/drawingml/2006/main">
              <a:ext uri="{FF2B5EF4-FFF2-40B4-BE49-F238E27FC236}">
                <a16:creationId xmlns:a16="http://schemas.microsoft.com/office/drawing/2014/main" id="{3F346FB5-74F8-4DE5-9EC5-912717901E4B}"/>
              </a:ext>
            </a:extLst>
          </p:cNvPr>
          <p:cNvSpPr>
            <a:spLocks xmlns:a="http://schemas.openxmlformats.org/drawingml/2006/main" noGrp="1"/>
          </p:cNvSpPr>
          <p:nvPr/>
        </p:nvSpPr>
        <p:spPr>
          <a:xfrm xmlns:a="http://schemas.openxmlformats.org/drawingml/2006/main">
            <a:off x="619125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Operaciones especializadas</a:t>
            </a:r>
          </a:p>
        </p:txBody>
      </p:sp>
      <p:sp>
        <p:nvSpPr>
          <p:cNvPr id="17" name="">
            <a:extLst xmlns:a="http://schemas.openxmlformats.org/drawingml/2006/main">
              <a:ext uri="{FF2B5EF4-FFF2-40B4-BE49-F238E27FC236}">
                <a16:creationId xmlns:a16="http://schemas.microsoft.com/office/drawing/2014/main" id="{D14218A0-095C-4A70-AD93-8D5233886987}"/>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A65565C-676A-4AF4-A92F-C3E2F0B3BA7A}"/>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02 / QUÉ HACEMOS</a:t>
            </a:r>
          </a:p>
        </p:txBody>
      </p:sp>
      <p:sp>
        <p:nvSpPr>
          <p:cNvPr id="19" name="">
            <a:extLst xmlns:a="http://schemas.openxmlformats.org/drawingml/2006/main">
              <a:ext uri="{FF2B5EF4-FFF2-40B4-BE49-F238E27FC236}">
                <a16:creationId xmlns:a16="http://schemas.microsoft.com/office/drawing/2014/main" id="{E85FAEF5-B9E3-460E-A839-0CD3CAC8EE64}"/>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06 / 16</a:t>
            </a:r>
          </a:p>
        </p:txBody>
      </p:sp>
    </p:spTree>
    <p:extLst>
      <p:ext uri="{BB962C8B-B14F-4D97-AF65-F5344CB8AC3E}">
        <p14:creationId xmlns:p14="http://schemas.microsoft.com/office/powerpoint/2010/main" val="1239878057"/>
      </p:ext>
    </p:extLst>
  </p:cSld>
</p:sld>
</file>

<file path=ppt/slides/slide7.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F8F3CB7-06D6-4A1C-97DE-D852817244C1}"/>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E3368A-20AE-4510-A255-9127DBE39C02}"/>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 / QUÉ HACEMOS</a:t>
            </a:r>
          </a:p>
        </p:txBody>
      </p:sp>
      <p:sp>
        <p:nvSpPr>
          <p:cNvPr id="3" name="">
            <a:extLst xmlns:a="http://schemas.openxmlformats.org/drawingml/2006/main">
              <a:ext uri="{FF2B5EF4-FFF2-40B4-BE49-F238E27FC236}">
                <a16:creationId xmlns:a16="http://schemas.microsoft.com/office/drawing/2014/main" id="{C4AC4CF2-AC7B-431E-A5F5-6C460085E150}"/>
              </a:ext>
            </a:extLst>
          </p:cNvPr>
          <p:cNvSpPr>
            <a:spLocks xmlns:a="http://schemas.openxmlformats.org/drawingml/2006/main" noGrp="1"/>
          </p:cNvSpPr>
          <p:nvPr/>
        </p:nvSpPr>
        <p:spPr>
          <a:xfrm xmlns:a="http://schemas.openxmlformats.org/drawingml/2006/main">
            <a:off x="762000" y="10287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75" b="0" i="0">
                <a:solidFill>
                  <a:srgbClr val="211D1A"/>
                </a:solidFill>
                <a:latin typeface="Georgia"/>
                <a:ea typeface="Georgia"/>
                <a:cs typeface="Georgia"/>
              </a:defRPr>
            </a:defPPr>
            <a:lvl1pPr algn="l">
              <a:defRPr sz="4575" b="0" i="0">
                <a:solidFill>
                  <a:srgbClr val="211D1A"/>
                </a:solidFill>
                <a:latin typeface="Georgia"/>
                <a:ea typeface="Georgia"/>
                <a:cs typeface="Georgia"/>
              </a:defRPr>
            </a:lvl1pPr>
            <a:lvl2pPr algn="l">
              <a:defRPr sz="4575" b="0" i="0">
                <a:solidFill>
                  <a:srgbClr val="211D1A"/>
                </a:solidFill>
                <a:latin typeface="Georgia"/>
                <a:ea typeface="Georgia"/>
                <a:cs typeface="Georgia"/>
              </a:defRPr>
            </a:lvl2pPr>
            <a:lvl3pPr algn="l">
              <a:defRPr sz="4575" b="0" i="0">
                <a:solidFill>
                  <a:srgbClr val="211D1A"/>
                </a:solidFill>
                <a:latin typeface="Georgia"/>
                <a:ea typeface="Georgia"/>
                <a:cs typeface="Georgia"/>
              </a:defRPr>
            </a:lvl3pPr>
            <a:lvl4pPr algn="l">
              <a:defRPr sz="4575" b="0" i="0">
                <a:solidFill>
                  <a:srgbClr val="211D1A"/>
                </a:solidFill>
                <a:latin typeface="Georgia"/>
                <a:ea typeface="Georgia"/>
                <a:cs typeface="Georgia"/>
              </a:defRPr>
            </a:lvl4pPr>
            <a:lvl5pPr algn="l">
              <a:defRPr sz="4575" b="0" i="0">
                <a:solidFill>
                  <a:srgbClr val="211D1A"/>
                </a:solidFill>
                <a:latin typeface="Georgia"/>
                <a:ea typeface="Georgia"/>
                <a:cs typeface="Georgia"/>
              </a:defRPr>
            </a:lvl5pPr>
            <a:lvl6pPr algn="l">
              <a:defRPr sz="4575" b="0" i="0">
                <a:solidFill>
                  <a:srgbClr val="211D1A"/>
                </a:solidFill>
                <a:latin typeface="Georgia"/>
                <a:ea typeface="Georgia"/>
                <a:cs typeface="Georgia"/>
              </a:defRPr>
            </a:lvl6pPr>
            <a:lvl7pPr algn="l">
              <a:defRPr sz="4575" b="0" i="0">
                <a:solidFill>
                  <a:srgbClr val="211D1A"/>
                </a:solidFill>
                <a:latin typeface="Georgia"/>
                <a:ea typeface="Georgia"/>
                <a:cs typeface="Georgia"/>
              </a:defRPr>
            </a:lvl7pPr>
            <a:lvl8pPr algn="l">
              <a:defRPr sz="4575" b="0" i="0">
                <a:solidFill>
                  <a:srgbClr val="211D1A"/>
                </a:solidFill>
                <a:latin typeface="Georgia"/>
                <a:ea typeface="Georgia"/>
                <a:cs typeface="Georgia"/>
              </a:defRPr>
            </a:lvl8pPr>
            <a:lvl9pPr algn="l">
              <a:defRPr sz="4575" b="0" i="0">
                <a:solidFill>
                  <a:srgbClr val="211D1A"/>
                </a:solidFill>
                <a:latin typeface="Georgia"/>
                <a:ea typeface="Georgia"/>
                <a:cs typeface="Georgia"/>
              </a:defRPr>
            </a:lvl9pPr>
          </a:lstStyle>
          <a:p xmlns:a="http://schemas.openxmlformats.org/drawingml/2006/main">
            <a:pPr algn="l">
              <a:lnSpc>
                <a:spcPct val="98000"/>
              </a:lnSpc>
              <a:buNone/>
              <a:defRPr sz="4575" b="0" i="0">
                <a:solidFill>
                  <a:srgbClr val="211D1A"/>
                </a:solidFill>
                <a:latin typeface="Georgia"/>
                <a:ea typeface="Georgia"/>
                <a:cs typeface="Georgia"/>
              </a:defRPr>
            </a:pPr>
            <a:r>
              <a:rPr sz="4575" b="0" i="0">
                <a:solidFill>
                  <a:srgbClr val="211D1A"/>
                </a:solidFill>
                <a:latin typeface="Georgia"/>
                <a:ea typeface="Georgia"/>
                <a:cs typeface="Georgia"/>
              </a:rPr>
              <a:t>Especialidades en detalle</a:t>
            </a:r>
          </a:p>
        </p:txBody>
      </p:sp>
      <p:sp>
        <p:nvSpPr>
          <p:cNvPr id="4" name="">
            <a:extLst xmlns:a="http://schemas.openxmlformats.org/drawingml/2006/main">
              <a:ext uri="{FF2B5EF4-FFF2-40B4-BE49-F238E27FC236}">
                <a16:creationId xmlns:a16="http://schemas.microsoft.com/office/drawing/2014/main" id="{C2012B12-7F53-426D-B234-6FEA4A44DB16}"/>
              </a:ext>
            </a:extLst>
          </p:cNvPr>
          <p:cNvSpPr>
            <a:spLocks xmlns:a="http://schemas.openxmlformats.org/drawingml/2006/main" noGrp="1"/>
          </p:cNvSpPr>
          <p:nvPr/>
        </p:nvSpPr>
        <p:spPr>
          <a:xfrm xmlns:a="http://schemas.openxmlformats.org/drawingml/2006/main">
            <a:off x="762000" y="1790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05–06 / 08</a:t>
            </a:r>
          </a:p>
        </p:txBody>
      </p:sp>
      <p:pic>
        <p:nvPicPr>
          <p:cNvPr id="5" name="">
            <a:extLst xmlns:a="http://schemas.openxmlformats.org/drawingml/2006/main">
              <a:ext uri="{FF2B5EF4-FFF2-40B4-BE49-F238E27FC236}">
                <a16:creationId xmlns:a16="http://schemas.microsoft.com/office/drawing/2014/main" id="{4D85200F-E860-4266-B222-D36C9A55B0FA}"/>
              </a:ext>
            </a:extLst>
          </p:cNvPr>
          <p:cNvPicPr>
            <a:picLocks xmlns:a="http://schemas.openxmlformats.org/drawingml/2006/main" noChangeAspect="1"/>
          </p:cNvPicPr>
          <p:nvPr/>
        </p:nvPicPr>
        <p:blipFill>
          <a:blip xmlns:r="http://schemas.openxmlformats.org/officeDocument/2006/relationships" xmlns:a="http://schemas.openxmlformats.org/drawingml/2006/main" r:embed="Rbf0dd4d7949847f9"/>
          <a:srcRect xmlns:a="http://schemas.openxmlformats.org/drawingml/2006/main" l="0" t="12154" r="0" b="12154"/>
          <a:stretch xmlns:a="http://schemas.openxmlformats.org/drawingml/2006/main">
            <a:fillRect l="0" t="0" r="0" b="0"/>
          </a:stretch>
        </p:blipFill>
        <p:spPr>
          <a:xfrm xmlns:a="http://schemas.openxmlformats.org/drawingml/2006/main">
            <a:off x="762000" y="2171700"/>
            <a:ext cx="5048250" cy="19716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CC7ED40-4E92-4F62-87E3-CBF624F72F76}"/>
              </a:ext>
            </a:extLst>
          </p:cNvPr>
          <p:cNvSpPr>
            <a:spLocks xmlns:a="http://schemas.openxmlformats.org/drawingml/2006/main" noGrp="1"/>
          </p:cNvSpPr>
          <p:nvPr/>
        </p:nvSpPr>
        <p:spPr>
          <a:xfrm xmlns:a="http://schemas.openxmlformats.org/drawingml/2006/main">
            <a:off x="76200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1B9ACBE-64B6-4C8D-B8D3-242CBEDBBA84}"/>
              </a:ext>
            </a:extLst>
          </p:cNvPr>
          <p:cNvSpPr>
            <a:spLocks xmlns:a="http://schemas.openxmlformats.org/drawingml/2006/main" noGrp="1"/>
          </p:cNvSpPr>
          <p:nvPr/>
        </p:nvSpPr>
        <p:spPr>
          <a:xfrm xmlns:a="http://schemas.openxmlformats.org/drawingml/2006/main">
            <a:off x="76200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05</a:t>
            </a:r>
          </a:p>
        </p:txBody>
      </p:sp>
      <p:sp>
        <p:nvSpPr>
          <p:cNvPr id="8" name="">
            <a:extLst xmlns:a="http://schemas.openxmlformats.org/drawingml/2006/main">
              <a:ext uri="{FF2B5EF4-FFF2-40B4-BE49-F238E27FC236}">
                <a16:creationId xmlns:a16="http://schemas.microsoft.com/office/drawing/2014/main" id="{B819819C-14E0-4272-8590-82212A6E37CE}"/>
              </a:ext>
            </a:extLst>
          </p:cNvPr>
          <p:cNvSpPr>
            <a:spLocks xmlns:a="http://schemas.openxmlformats.org/drawingml/2006/main" noGrp="1"/>
          </p:cNvSpPr>
          <p:nvPr/>
        </p:nvSpPr>
        <p:spPr>
          <a:xfrm xmlns:a="http://schemas.openxmlformats.org/drawingml/2006/main">
            <a:off x="119062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Carburantes</a:t>
            </a:r>
          </a:p>
        </p:txBody>
      </p:sp>
      <p:sp>
        <p:nvSpPr>
          <p:cNvPr id="9" name="">
            <a:extLst xmlns:a="http://schemas.openxmlformats.org/drawingml/2006/main">
              <a:ext uri="{FF2B5EF4-FFF2-40B4-BE49-F238E27FC236}">
                <a16:creationId xmlns:a16="http://schemas.microsoft.com/office/drawing/2014/main" id="{7B252EC1-6D14-499C-9CBD-468B970F06D4}"/>
              </a:ext>
            </a:extLst>
          </p:cNvPr>
          <p:cNvSpPr>
            <a:spLocks xmlns:a="http://schemas.openxmlformats.org/drawingml/2006/main" noGrp="1"/>
          </p:cNvSpPr>
          <p:nvPr/>
        </p:nvSpPr>
        <p:spPr>
          <a:xfrm xmlns:a="http://schemas.openxmlformats.org/drawingml/2006/main">
            <a:off x="76200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Una de las divisiones más recientes del grupo, con tecnología y un equipo dedicado a la seguridad de la operación.</a:t>
            </a:r>
          </a:p>
        </p:txBody>
      </p:sp>
      <p:sp>
        <p:nvSpPr>
          <p:cNvPr id="10" name="">
            <a:extLst xmlns:a="http://schemas.openxmlformats.org/drawingml/2006/main">
              <a:ext uri="{FF2B5EF4-FFF2-40B4-BE49-F238E27FC236}">
                <a16:creationId xmlns:a16="http://schemas.microsoft.com/office/drawing/2014/main" id="{1BE8A431-B608-47EA-B76C-F401463E4E67}"/>
              </a:ext>
            </a:extLst>
          </p:cNvPr>
          <p:cNvSpPr>
            <a:spLocks xmlns:a="http://schemas.openxmlformats.org/drawingml/2006/main" noGrp="1"/>
          </p:cNvSpPr>
          <p:nvPr/>
        </p:nvSpPr>
        <p:spPr>
          <a:xfrm xmlns:a="http://schemas.openxmlformats.org/drawingml/2006/main">
            <a:off x="76200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Atención especializada 24 horas, 365 días</a:t>
            </a:r>
          </a:p>
        </p:txBody>
      </p:sp>
      <p:pic>
        <p:nvPicPr>
          <p:cNvPr id="11" name="">
            <a:extLst xmlns:a="http://schemas.openxmlformats.org/drawingml/2006/main">
              <a:ext uri="{FF2B5EF4-FFF2-40B4-BE49-F238E27FC236}">
                <a16:creationId xmlns:a16="http://schemas.microsoft.com/office/drawing/2014/main" id="{7BD46C79-4814-4809-8597-9C8DA2864B98}"/>
              </a:ext>
            </a:extLst>
          </p:cNvPr>
          <p:cNvPicPr>
            <a:picLocks xmlns:a="http://schemas.openxmlformats.org/drawingml/2006/main" noChangeAspect="1"/>
          </p:cNvPicPr>
          <p:nvPr/>
        </p:nvPicPr>
        <p:blipFill>
          <a:blip xmlns:r="http://schemas.openxmlformats.org/officeDocument/2006/relationships" xmlns:a="http://schemas.openxmlformats.org/drawingml/2006/main" r:embed="R942a4e1a75f34a39"/>
          <a:srcRect xmlns:a="http://schemas.openxmlformats.org/drawingml/2006/main" l="0" t="16331" r="0" b="16331"/>
          <a:stretch xmlns:a="http://schemas.openxmlformats.org/drawingml/2006/main">
            <a:fillRect l="0" t="0" r="0" b="0"/>
          </a:stretch>
        </p:blipFill>
        <p:spPr>
          <a:xfrm xmlns:a="http://schemas.openxmlformats.org/drawingml/2006/main">
            <a:off x="6191250" y="2171700"/>
            <a:ext cx="5048250" cy="19716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BC52874-4C61-45B6-971B-E3F04BDBB5C5}"/>
              </a:ext>
            </a:extLst>
          </p:cNvPr>
          <p:cNvSpPr>
            <a:spLocks xmlns:a="http://schemas.openxmlformats.org/drawingml/2006/main" noGrp="1"/>
          </p:cNvSpPr>
          <p:nvPr/>
        </p:nvSpPr>
        <p:spPr>
          <a:xfrm xmlns:a="http://schemas.openxmlformats.org/drawingml/2006/main">
            <a:off x="619125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8288209-A107-4675-96C6-75D9BAF38CC3}"/>
              </a:ext>
            </a:extLst>
          </p:cNvPr>
          <p:cNvSpPr>
            <a:spLocks xmlns:a="http://schemas.openxmlformats.org/drawingml/2006/main" noGrp="1"/>
          </p:cNvSpPr>
          <p:nvPr/>
        </p:nvSpPr>
        <p:spPr>
          <a:xfrm xmlns:a="http://schemas.openxmlformats.org/drawingml/2006/main">
            <a:off x="619125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06</a:t>
            </a:r>
          </a:p>
        </p:txBody>
      </p:sp>
      <p:sp>
        <p:nvSpPr>
          <p:cNvPr id="14" name="">
            <a:extLst xmlns:a="http://schemas.openxmlformats.org/drawingml/2006/main">
              <a:ext uri="{FF2B5EF4-FFF2-40B4-BE49-F238E27FC236}">
                <a16:creationId xmlns:a16="http://schemas.microsoft.com/office/drawing/2014/main" id="{2D914DDD-D46E-4928-8189-10F11AD4B4AB}"/>
              </a:ext>
            </a:extLst>
          </p:cNvPr>
          <p:cNvSpPr>
            <a:spLocks xmlns:a="http://schemas.openxmlformats.org/drawingml/2006/main" noGrp="1"/>
          </p:cNvSpPr>
          <p:nvPr/>
        </p:nvSpPr>
        <p:spPr>
          <a:xfrm xmlns:a="http://schemas.openxmlformats.org/drawingml/2006/main">
            <a:off x="661987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Transporte especial</a:t>
            </a:r>
          </a:p>
        </p:txBody>
      </p:sp>
      <p:sp>
        <p:nvSpPr>
          <p:cNvPr id="15" name="">
            <a:extLst xmlns:a="http://schemas.openxmlformats.org/drawingml/2006/main">
              <a:ext uri="{FF2B5EF4-FFF2-40B4-BE49-F238E27FC236}">
                <a16:creationId xmlns:a16="http://schemas.microsoft.com/office/drawing/2014/main" id="{44BCEBA3-91CC-44F2-8644-B661CC9050C8}"/>
              </a:ext>
            </a:extLst>
          </p:cNvPr>
          <p:cNvSpPr>
            <a:spLocks xmlns:a="http://schemas.openxmlformats.org/drawingml/2006/main" noGrp="1"/>
          </p:cNvSpPr>
          <p:nvPr/>
        </p:nvSpPr>
        <p:spPr>
          <a:xfrm xmlns:a="http://schemas.openxmlformats.org/drawingml/2006/main">
            <a:off x="619125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Maquinaria, vehículos e infraestructuras. Góndolas para cargas sobredimensionadas; según el dossier, el 80% de los vehículos admite cargas de hasta 15 metros.</a:t>
            </a:r>
          </a:p>
        </p:txBody>
      </p:sp>
      <p:sp>
        <p:nvSpPr>
          <p:cNvPr id="16" name="">
            <a:extLst xmlns:a="http://schemas.openxmlformats.org/drawingml/2006/main">
              <a:ext uri="{FF2B5EF4-FFF2-40B4-BE49-F238E27FC236}">
                <a16:creationId xmlns:a16="http://schemas.microsoft.com/office/drawing/2014/main" id="{9FC5A5CC-9813-4964-B0E6-EEEF80033520}"/>
              </a:ext>
            </a:extLst>
          </p:cNvPr>
          <p:cNvSpPr>
            <a:spLocks xmlns:a="http://schemas.openxmlformats.org/drawingml/2006/main" noGrp="1"/>
          </p:cNvSpPr>
          <p:nvPr/>
        </p:nvSpPr>
        <p:spPr>
          <a:xfrm xmlns:a="http://schemas.openxmlformats.org/drawingml/2006/main">
            <a:off x="619125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Cargas fuera de medida</a:t>
            </a:r>
          </a:p>
        </p:txBody>
      </p:sp>
      <p:sp>
        <p:nvSpPr>
          <p:cNvPr id="17" name="">
            <a:extLst xmlns:a="http://schemas.openxmlformats.org/drawingml/2006/main">
              <a:ext uri="{FF2B5EF4-FFF2-40B4-BE49-F238E27FC236}">
                <a16:creationId xmlns:a16="http://schemas.microsoft.com/office/drawing/2014/main" id="{1EE847FD-DE04-4C1A-8AC7-2F4CCEB8EB05}"/>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6BB3D62-7E88-4792-BFF2-F98574F1A597}"/>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02 / QUÉ HACEMOS</a:t>
            </a:r>
          </a:p>
        </p:txBody>
      </p:sp>
      <p:sp>
        <p:nvSpPr>
          <p:cNvPr id="19" name="">
            <a:extLst xmlns:a="http://schemas.openxmlformats.org/drawingml/2006/main">
              <a:ext uri="{FF2B5EF4-FFF2-40B4-BE49-F238E27FC236}">
                <a16:creationId xmlns:a16="http://schemas.microsoft.com/office/drawing/2014/main" id="{EE8FD776-9A83-4FEC-AA64-23D652A45900}"/>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07 / 16</a:t>
            </a:r>
          </a:p>
        </p:txBody>
      </p:sp>
    </p:spTree>
    <p:extLst>
      <p:ext uri="{BB962C8B-B14F-4D97-AF65-F5344CB8AC3E}">
        <p14:creationId xmlns:p14="http://schemas.microsoft.com/office/powerpoint/2010/main" val="1741797148"/>
      </p:ext>
    </p:extLst>
  </p:cSld>
</p:sld>
</file>

<file path=ppt/slides/slide8.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E5D1BC0-F60A-4D4D-8196-C9DE30E0F528}"/>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4ED984-D183-48F5-B705-1ACFB71661BF}"/>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 / QUÉ HACEMOS</a:t>
            </a:r>
          </a:p>
        </p:txBody>
      </p:sp>
      <p:sp>
        <p:nvSpPr>
          <p:cNvPr id="3" name="">
            <a:extLst xmlns:a="http://schemas.openxmlformats.org/drawingml/2006/main">
              <a:ext uri="{FF2B5EF4-FFF2-40B4-BE49-F238E27FC236}">
                <a16:creationId xmlns:a16="http://schemas.microsoft.com/office/drawing/2014/main" id="{0D42FE3F-7281-48CB-B1DC-2146EE8A6D72}"/>
              </a:ext>
            </a:extLst>
          </p:cNvPr>
          <p:cNvSpPr>
            <a:spLocks xmlns:a="http://schemas.openxmlformats.org/drawingml/2006/main" noGrp="1"/>
          </p:cNvSpPr>
          <p:nvPr/>
        </p:nvSpPr>
        <p:spPr>
          <a:xfrm xmlns:a="http://schemas.openxmlformats.org/drawingml/2006/main">
            <a:off x="762000" y="10287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75" b="0" i="0">
                <a:solidFill>
                  <a:srgbClr val="211D1A"/>
                </a:solidFill>
                <a:latin typeface="Georgia"/>
                <a:ea typeface="Georgia"/>
                <a:cs typeface="Georgia"/>
              </a:defRPr>
            </a:defPPr>
            <a:lvl1pPr algn="l">
              <a:defRPr sz="4575" b="0" i="0">
                <a:solidFill>
                  <a:srgbClr val="211D1A"/>
                </a:solidFill>
                <a:latin typeface="Georgia"/>
                <a:ea typeface="Georgia"/>
                <a:cs typeface="Georgia"/>
              </a:defRPr>
            </a:lvl1pPr>
            <a:lvl2pPr algn="l">
              <a:defRPr sz="4575" b="0" i="0">
                <a:solidFill>
                  <a:srgbClr val="211D1A"/>
                </a:solidFill>
                <a:latin typeface="Georgia"/>
                <a:ea typeface="Georgia"/>
                <a:cs typeface="Georgia"/>
              </a:defRPr>
            </a:lvl2pPr>
            <a:lvl3pPr algn="l">
              <a:defRPr sz="4575" b="0" i="0">
                <a:solidFill>
                  <a:srgbClr val="211D1A"/>
                </a:solidFill>
                <a:latin typeface="Georgia"/>
                <a:ea typeface="Georgia"/>
                <a:cs typeface="Georgia"/>
              </a:defRPr>
            </a:lvl3pPr>
            <a:lvl4pPr algn="l">
              <a:defRPr sz="4575" b="0" i="0">
                <a:solidFill>
                  <a:srgbClr val="211D1A"/>
                </a:solidFill>
                <a:latin typeface="Georgia"/>
                <a:ea typeface="Georgia"/>
                <a:cs typeface="Georgia"/>
              </a:defRPr>
            </a:lvl4pPr>
            <a:lvl5pPr algn="l">
              <a:defRPr sz="4575" b="0" i="0">
                <a:solidFill>
                  <a:srgbClr val="211D1A"/>
                </a:solidFill>
                <a:latin typeface="Georgia"/>
                <a:ea typeface="Georgia"/>
                <a:cs typeface="Georgia"/>
              </a:defRPr>
            </a:lvl5pPr>
            <a:lvl6pPr algn="l">
              <a:defRPr sz="4575" b="0" i="0">
                <a:solidFill>
                  <a:srgbClr val="211D1A"/>
                </a:solidFill>
                <a:latin typeface="Georgia"/>
                <a:ea typeface="Georgia"/>
                <a:cs typeface="Georgia"/>
              </a:defRPr>
            </a:lvl6pPr>
            <a:lvl7pPr algn="l">
              <a:defRPr sz="4575" b="0" i="0">
                <a:solidFill>
                  <a:srgbClr val="211D1A"/>
                </a:solidFill>
                <a:latin typeface="Georgia"/>
                <a:ea typeface="Georgia"/>
                <a:cs typeface="Georgia"/>
              </a:defRPr>
            </a:lvl7pPr>
            <a:lvl8pPr algn="l">
              <a:defRPr sz="4575" b="0" i="0">
                <a:solidFill>
                  <a:srgbClr val="211D1A"/>
                </a:solidFill>
                <a:latin typeface="Georgia"/>
                <a:ea typeface="Georgia"/>
                <a:cs typeface="Georgia"/>
              </a:defRPr>
            </a:lvl8pPr>
            <a:lvl9pPr algn="l">
              <a:defRPr sz="4575" b="0" i="0">
                <a:solidFill>
                  <a:srgbClr val="211D1A"/>
                </a:solidFill>
                <a:latin typeface="Georgia"/>
                <a:ea typeface="Georgia"/>
                <a:cs typeface="Georgia"/>
              </a:defRPr>
            </a:lvl9pPr>
          </a:lstStyle>
          <a:p xmlns:a="http://schemas.openxmlformats.org/drawingml/2006/main">
            <a:pPr algn="l">
              <a:lnSpc>
                <a:spcPct val="98000"/>
              </a:lnSpc>
              <a:buNone/>
              <a:defRPr sz="4575" b="0" i="0">
                <a:solidFill>
                  <a:srgbClr val="211D1A"/>
                </a:solidFill>
                <a:latin typeface="Georgia"/>
                <a:ea typeface="Georgia"/>
                <a:cs typeface="Georgia"/>
              </a:defRPr>
            </a:pPr>
            <a:r>
              <a:rPr sz="4575" b="0" i="0">
                <a:solidFill>
                  <a:srgbClr val="211D1A"/>
                </a:solidFill>
                <a:latin typeface="Georgia"/>
                <a:ea typeface="Georgia"/>
                <a:cs typeface="Georgia"/>
              </a:rPr>
              <a:t>Especialidades en detalle</a:t>
            </a:r>
          </a:p>
        </p:txBody>
      </p:sp>
      <p:sp>
        <p:nvSpPr>
          <p:cNvPr id="4" name="">
            <a:extLst xmlns:a="http://schemas.openxmlformats.org/drawingml/2006/main">
              <a:ext uri="{FF2B5EF4-FFF2-40B4-BE49-F238E27FC236}">
                <a16:creationId xmlns:a16="http://schemas.microsoft.com/office/drawing/2014/main" id="{4DE07D11-01F5-4CC9-BE00-F6631A0A1AB5}"/>
              </a:ext>
            </a:extLst>
          </p:cNvPr>
          <p:cNvSpPr>
            <a:spLocks xmlns:a="http://schemas.openxmlformats.org/drawingml/2006/main" noGrp="1"/>
          </p:cNvSpPr>
          <p:nvPr/>
        </p:nvSpPr>
        <p:spPr>
          <a:xfrm xmlns:a="http://schemas.openxmlformats.org/drawingml/2006/main">
            <a:off x="762000" y="1790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07–08 / 08</a:t>
            </a:r>
          </a:p>
        </p:txBody>
      </p:sp>
      <p:pic>
        <p:nvPicPr>
          <p:cNvPr id="5" name="">
            <a:extLst xmlns:a="http://schemas.openxmlformats.org/drawingml/2006/main">
              <a:ext uri="{FF2B5EF4-FFF2-40B4-BE49-F238E27FC236}">
                <a16:creationId xmlns:a16="http://schemas.microsoft.com/office/drawing/2014/main" id="{A09914F9-B1BB-4C56-BFEE-6D2D825C3D1B}"/>
              </a:ext>
            </a:extLst>
          </p:cNvPr>
          <p:cNvPicPr>
            <a:picLocks xmlns:a="http://schemas.openxmlformats.org/drawingml/2006/main" noChangeAspect="1"/>
          </p:cNvPicPr>
          <p:nvPr/>
        </p:nvPicPr>
        <p:blipFill>
          <a:blip xmlns:r="http://schemas.openxmlformats.org/officeDocument/2006/relationships" xmlns:a="http://schemas.openxmlformats.org/drawingml/2006/main" r:embed="R5259d5fe4c804c85"/>
          <a:srcRect xmlns:a="http://schemas.openxmlformats.org/drawingml/2006/main" l="0" t="16331" r="0" b="16331"/>
          <a:stretch xmlns:a="http://schemas.openxmlformats.org/drawingml/2006/main">
            <a:fillRect l="0" t="0" r="0" b="0"/>
          </a:stretch>
        </p:blipFill>
        <p:spPr>
          <a:xfrm xmlns:a="http://schemas.openxmlformats.org/drawingml/2006/main">
            <a:off x="762000" y="2171700"/>
            <a:ext cx="5048250" cy="19716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184B091-3701-4014-B01B-B5765A0849D3}"/>
              </a:ext>
            </a:extLst>
          </p:cNvPr>
          <p:cNvSpPr>
            <a:spLocks xmlns:a="http://schemas.openxmlformats.org/drawingml/2006/main" noGrp="1"/>
          </p:cNvSpPr>
          <p:nvPr/>
        </p:nvSpPr>
        <p:spPr>
          <a:xfrm xmlns:a="http://schemas.openxmlformats.org/drawingml/2006/main">
            <a:off x="76200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AAF5306-6354-46DF-B5B8-8C866AB81806}"/>
              </a:ext>
            </a:extLst>
          </p:cNvPr>
          <p:cNvSpPr>
            <a:spLocks xmlns:a="http://schemas.openxmlformats.org/drawingml/2006/main" noGrp="1"/>
          </p:cNvSpPr>
          <p:nvPr/>
        </p:nvSpPr>
        <p:spPr>
          <a:xfrm xmlns:a="http://schemas.openxmlformats.org/drawingml/2006/main">
            <a:off x="76200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07</a:t>
            </a:r>
          </a:p>
        </p:txBody>
      </p:sp>
      <p:sp>
        <p:nvSpPr>
          <p:cNvPr id="8" name="">
            <a:extLst xmlns:a="http://schemas.openxmlformats.org/drawingml/2006/main">
              <a:ext uri="{FF2B5EF4-FFF2-40B4-BE49-F238E27FC236}">
                <a16:creationId xmlns:a16="http://schemas.microsoft.com/office/drawing/2014/main" id="{71503128-FC79-48D1-9C5A-1A18819F691A}"/>
              </a:ext>
            </a:extLst>
          </p:cNvPr>
          <p:cNvSpPr>
            <a:spLocks xmlns:a="http://schemas.openxmlformats.org/drawingml/2006/main" noGrp="1"/>
          </p:cNvSpPr>
          <p:nvPr/>
        </p:nvSpPr>
        <p:spPr>
          <a:xfrm xmlns:a="http://schemas.openxmlformats.org/drawingml/2006/main">
            <a:off x="119062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Contenedores y puerto</a:t>
            </a:r>
          </a:p>
        </p:txBody>
      </p:sp>
      <p:sp>
        <p:nvSpPr>
          <p:cNvPr id="9" name="">
            <a:extLst xmlns:a="http://schemas.openxmlformats.org/drawingml/2006/main">
              <a:ext uri="{FF2B5EF4-FFF2-40B4-BE49-F238E27FC236}">
                <a16:creationId xmlns:a16="http://schemas.microsoft.com/office/drawing/2014/main" id="{46587285-2586-4A9E-82BD-3D5DA0940CA6}"/>
              </a:ext>
            </a:extLst>
          </p:cNvPr>
          <p:cNvSpPr>
            <a:spLocks xmlns:a="http://schemas.openxmlformats.org/drawingml/2006/main" noGrp="1"/>
          </p:cNvSpPr>
          <p:nvPr/>
        </p:nvSpPr>
        <p:spPr>
          <a:xfrm xmlns:a="http://schemas.openxmlformats.org/drawingml/2006/main">
            <a:off x="76200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Desde Picassent, junto al Puerto de Valencia: contenedores, consolidación, cross-docking, estiba y almacenaje para exportación e importación.</a:t>
            </a:r>
          </a:p>
        </p:txBody>
      </p:sp>
      <p:sp>
        <p:nvSpPr>
          <p:cNvPr id="10" name="">
            <a:extLst xmlns:a="http://schemas.openxmlformats.org/drawingml/2006/main">
              <a:ext uri="{FF2B5EF4-FFF2-40B4-BE49-F238E27FC236}">
                <a16:creationId xmlns:a16="http://schemas.microsoft.com/office/drawing/2014/main" id="{80EBE48C-6C86-4967-9D24-B95E599E740D}"/>
              </a:ext>
            </a:extLst>
          </p:cNvPr>
          <p:cNvSpPr>
            <a:spLocks xmlns:a="http://schemas.openxmlformats.org/drawingml/2006/main" noGrp="1"/>
          </p:cNvSpPr>
          <p:nvPr/>
        </p:nvSpPr>
        <p:spPr>
          <a:xfrm xmlns:a="http://schemas.openxmlformats.org/drawingml/2006/main">
            <a:off x="76200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Medios propios junto al puerto</a:t>
            </a:r>
          </a:p>
        </p:txBody>
      </p:sp>
      <p:pic>
        <p:nvPicPr>
          <p:cNvPr id="11" name="">
            <a:extLst xmlns:a="http://schemas.openxmlformats.org/drawingml/2006/main">
              <a:ext uri="{FF2B5EF4-FFF2-40B4-BE49-F238E27FC236}">
                <a16:creationId xmlns:a16="http://schemas.microsoft.com/office/drawing/2014/main" id="{BBAB0B68-0A96-4554-AE19-CA37D0D66041}"/>
              </a:ext>
            </a:extLst>
          </p:cNvPr>
          <p:cNvPicPr>
            <a:picLocks xmlns:a="http://schemas.openxmlformats.org/drawingml/2006/main" noChangeAspect="1"/>
          </p:cNvPicPr>
          <p:nvPr/>
        </p:nvPicPr>
        <p:blipFill>
          <a:blip xmlns:r="http://schemas.openxmlformats.org/officeDocument/2006/relationships" xmlns:a="http://schemas.openxmlformats.org/drawingml/2006/main" r:embed="Ra7ff19c73639474d"/>
          <a:srcRect xmlns:a="http://schemas.openxmlformats.org/drawingml/2006/main" l="0" t="16331" r="0" b="16331"/>
          <a:stretch xmlns:a="http://schemas.openxmlformats.org/drawingml/2006/main">
            <a:fillRect l="0" t="0" r="0" b="0"/>
          </a:stretch>
        </p:blipFill>
        <p:spPr>
          <a:xfrm xmlns:a="http://schemas.openxmlformats.org/drawingml/2006/main">
            <a:off x="6191250" y="2171700"/>
            <a:ext cx="5048250" cy="19716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5CB8F81-D9FB-45CA-B9AB-49C5E3F9B7CB}"/>
              </a:ext>
            </a:extLst>
          </p:cNvPr>
          <p:cNvSpPr>
            <a:spLocks xmlns:a="http://schemas.openxmlformats.org/drawingml/2006/main" noGrp="1"/>
          </p:cNvSpPr>
          <p:nvPr/>
        </p:nvSpPr>
        <p:spPr>
          <a:xfrm xmlns:a="http://schemas.openxmlformats.org/drawingml/2006/main">
            <a:off x="619125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7E8414A-927A-4C1A-A9FA-3BBE262F6E9C}"/>
              </a:ext>
            </a:extLst>
          </p:cNvPr>
          <p:cNvSpPr>
            <a:spLocks xmlns:a="http://schemas.openxmlformats.org/drawingml/2006/main" noGrp="1"/>
          </p:cNvSpPr>
          <p:nvPr/>
        </p:nvSpPr>
        <p:spPr>
          <a:xfrm xmlns:a="http://schemas.openxmlformats.org/drawingml/2006/main">
            <a:off x="619125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08</a:t>
            </a:r>
          </a:p>
        </p:txBody>
      </p:sp>
      <p:sp>
        <p:nvSpPr>
          <p:cNvPr id="14" name="">
            <a:extLst xmlns:a="http://schemas.openxmlformats.org/drawingml/2006/main">
              <a:ext uri="{FF2B5EF4-FFF2-40B4-BE49-F238E27FC236}">
                <a16:creationId xmlns:a16="http://schemas.microsoft.com/office/drawing/2014/main" id="{D907DEDA-052E-42FB-B211-9DB64CE3213B}"/>
              </a:ext>
            </a:extLst>
          </p:cNvPr>
          <p:cNvSpPr>
            <a:spLocks xmlns:a="http://schemas.openxmlformats.org/drawingml/2006/main" noGrp="1"/>
          </p:cNvSpPr>
          <p:nvPr/>
        </p:nvSpPr>
        <p:spPr>
          <a:xfrm xmlns:a="http://schemas.openxmlformats.org/drawingml/2006/main">
            <a:off x="661987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Gestión de stock</a:t>
            </a:r>
          </a:p>
        </p:txBody>
      </p:sp>
      <p:sp>
        <p:nvSpPr>
          <p:cNvPr id="15" name="">
            <a:extLst xmlns:a="http://schemas.openxmlformats.org/drawingml/2006/main">
              <a:ext uri="{FF2B5EF4-FFF2-40B4-BE49-F238E27FC236}">
                <a16:creationId xmlns:a16="http://schemas.microsoft.com/office/drawing/2014/main" id="{9032B0AF-3A6C-4E4E-8771-64C6943A420B}"/>
              </a:ext>
            </a:extLst>
          </p:cNvPr>
          <p:cNvSpPr>
            <a:spLocks xmlns:a="http://schemas.openxmlformats.org/drawingml/2006/main" noGrp="1"/>
          </p:cNvSpPr>
          <p:nvPr/>
        </p:nvSpPr>
        <p:spPr>
          <a:xfrm xmlns:a="http://schemas.openxmlformats.org/drawingml/2006/main">
            <a:off x="619125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Equipos de Sertranin trabajan en las instalaciones del cliente y gestionan stock, pedidos, documentación y etiquetado.</a:t>
            </a:r>
          </a:p>
        </p:txBody>
      </p:sp>
      <p:sp>
        <p:nvSpPr>
          <p:cNvPr id="16" name="">
            <a:extLst xmlns:a="http://schemas.openxmlformats.org/drawingml/2006/main">
              <a:ext uri="{FF2B5EF4-FFF2-40B4-BE49-F238E27FC236}">
                <a16:creationId xmlns:a16="http://schemas.microsoft.com/office/drawing/2014/main" id="{9ACA4FB1-DA41-409E-AF41-3916D53996D3}"/>
              </a:ext>
            </a:extLst>
          </p:cNvPr>
          <p:cNvSpPr>
            <a:spLocks xmlns:a="http://schemas.openxmlformats.org/drawingml/2006/main" noGrp="1"/>
          </p:cNvSpPr>
          <p:nvPr/>
        </p:nvSpPr>
        <p:spPr>
          <a:xfrm xmlns:a="http://schemas.openxmlformats.org/drawingml/2006/main">
            <a:off x="619125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Logística integrada en el cliente</a:t>
            </a:r>
          </a:p>
        </p:txBody>
      </p:sp>
      <p:sp>
        <p:nvSpPr>
          <p:cNvPr id="17" name="">
            <a:extLst xmlns:a="http://schemas.openxmlformats.org/drawingml/2006/main">
              <a:ext uri="{FF2B5EF4-FFF2-40B4-BE49-F238E27FC236}">
                <a16:creationId xmlns:a16="http://schemas.microsoft.com/office/drawing/2014/main" id="{20126139-A2E5-4E52-AA96-2C6974F63055}"/>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B316E20-6A29-4492-825F-13E2412605A4}"/>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02 / QUÉ HACEMOS</a:t>
            </a:r>
          </a:p>
        </p:txBody>
      </p:sp>
      <p:sp>
        <p:nvSpPr>
          <p:cNvPr id="19" name="">
            <a:extLst xmlns:a="http://schemas.openxmlformats.org/drawingml/2006/main">
              <a:ext uri="{FF2B5EF4-FFF2-40B4-BE49-F238E27FC236}">
                <a16:creationId xmlns:a16="http://schemas.microsoft.com/office/drawing/2014/main" id="{591D8580-19BB-4673-8331-86558C5D54C5}"/>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08 / 16</a:t>
            </a:r>
          </a:p>
        </p:txBody>
      </p:sp>
    </p:spTree>
    <p:extLst>
      <p:ext uri="{BB962C8B-B14F-4D97-AF65-F5344CB8AC3E}">
        <p14:creationId xmlns:p14="http://schemas.microsoft.com/office/powerpoint/2010/main" val="307431800"/>
      </p:ext>
    </p:extLst>
  </p:cSld>
</p:sld>
</file>

<file path=ppt/slides/slide9.xml><?xml version="1.0" encoding="utf-8"?>
<p:sld xmlns:p="http://schemas.openxmlformats.org/presentationml/2006/main">
  <p:cSld>
    <p:bg>
      <p:bgPr>
        <a:solidFill xmlns:a="http://schemas.openxmlformats.org/drawingml/2006/main">
          <a:srgbClr val="281E20"/>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04EFAA36-E865-4278-9B07-6C3E404B6278}"/>
              </a:ext>
            </a:extLst>
          </p:cNvPr>
          <p:cNvPicPr>
            <a:picLocks xmlns:a="http://schemas.openxmlformats.org/drawingml/2006/main" noChangeAspect="1"/>
          </p:cNvPicPr>
          <p:nvPr/>
        </p:nvPicPr>
        <p:blipFill>
          <a:blip xmlns:r="http://schemas.openxmlformats.org/officeDocument/2006/relationships" xmlns:a="http://schemas.openxmlformats.org/drawingml/2006/main" r:embed="Rf42f9d236f7c4ebf"/>
          <a:srcRect xmlns:a="http://schemas.openxmlformats.org/drawingml/2006/main" l="15822" t="0" r="15822"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4768760-E089-4FF8-AD9A-9FBB741555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11A1B">
              <a:alpha val="79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460D37D-C340-4E73-B95E-C333F75D42AA}"/>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FF8D9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DF94D40-24D6-4B47-BF67-E3FAF384DB06}"/>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B8BD"/>
                </a:solidFill>
                <a:latin typeface="Arial"/>
                <a:ea typeface="Arial"/>
                <a:cs typeface="Arial"/>
              </a:defRPr>
            </a:defPPr>
            <a:lvl1pPr algn="l">
              <a:defRPr sz="900" b="1" i="0">
                <a:solidFill>
                  <a:srgbClr val="FFB8BD"/>
                </a:solidFill>
                <a:latin typeface="Arial"/>
                <a:ea typeface="Arial"/>
                <a:cs typeface="Arial"/>
              </a:defRPr>
            </a:lvl1pPr>
            <a:lvl2pPr algn="l">
              <a:defRPr sz="900" b="1" i="0">
                <a:solidFill>
                  <a:srgbClr val="FFB8BD"/>
                </a:solidFill>
                <a:latin typeface="Arial"/>
                <a:ea typeface="Arial"/>
                <a:cs typeface="Arial"/>
              </a:defRPr>
            </a:lvl2pPr>
            <a:lvl3pPr algn="l">
              <a:defRPr sz="900" b="1" i="0">
                <a:solidFill>
                  <a:srgbClr val="FFB8BD"/>
                </a:solidFill>
                <a:latin typeface="Arial"/>
                <a:ea typeface="Arial"/>
                <a:cs typeface="Arial"/>
              </a:defRPr>
            </a:lvl3pPr>
            <a:lvl4pPr algn="l">
              <a:defRPr sz="900" b="1" i="0">
                <a:solidFill>
                  <a:srgbClr val="FFB8BD"/>
                </a:solidFill>
                <a:latin typeface="Arial"/>
                <a:ea typeface="Arial"/>
                <a:cs typeface="Arial"/>
              </a:defRPr>
            </a:lvl4pPr>
            <a:lvl5pPr algn="l">
              <a:defRPr sz="900" b="1" i="0">
                <a:solidFill>
                  <a:srgbClr val="FFB8BD"/>
                </a:solidFill>
                <a:latin typeface="Arial"/>
                <a:ea typeface="Arial"/>
                <a:cs typeface="Arial"/>
              </a:defRPr>
            </a:lvl5pPr>
            <a:lvl6pPr algn="l">
              <a:defRPr sz="900" b="1" i="0">
                <a:solidFill>
                  <a:srgbClr val="FFB8BD"/>
                </a:solidFill>
                <a:latin typeface="Arial"/>
                <a:ea typeface="Arial"/>
                <a:cs typeface="Arial"/>
              </a:defRPr>
            </a:lvl6pPr>
            <a:lvl7pPr algn="l">
              <a:defRPr sz="900" b="1" i="0">
                <a:solidFill>
                  <a:srgbClr val="FFB8BD"/>
                </a:solidFill>
                <a:latin typeface="Arial"/>
                <a:ea typeface="Arial"/>
                <a:cs typeface="Arial"/>
              </a:defRPr>
            </a:lvl7pPr>
            <a:lvl8pPr algn="l">
              <a:defRPr sz="900" b="1" i="0">
                <a:solidFill>
                  <a:srgbClr val="FFB8BD"/>
                </a:solidFill>
                <a:latin typeface="Arial"/>
                <a:ea typeface="Arial"/>
                <a:cs typeface="Arial"/>
              </a:defRPr>
            </a:lvl8pPr>
            <a:lvl9pPr algn="l">
              <a:defRPr sz="900" b="1" i="0">
                <a:solidFill>
                  <a:srgbClr val="FFB8BD"/>
                </a:solidFill>
                <a:latin typeface="Arial"/>
                <a:ea typeface="Arial"/>
                <a:cs typeface="Arial"/>
              </a:defRPr>
            </a:lvl9pPr>
          </a:lstStyle>
          <a:p xmlns:a="http://schemas.openxmlformats.org/drawingml/2006/main">
            <a:pPr algn="l">
              <a:lnSpc>
                <a:spcPct val="102000"/>
              </a:lnSpc>
              <a:buNone/>
              <a:defRPr sz="900" b="1" i="0">
                <a:solidFill>
                  <a:srgbClr val="FFB8BD"/>
                </a:solidFill>
                <a:latin typeface="Arial"/>
                <a:ea typeface="Arial"/>
                <a:cs typeface="Arial"/>
              </a:defRPr>
            </a:pPr>
            <a:r>
              <a:rPr sz="900" b="1" i="0">
                <a:solidFill>
                  <a:srgbClr val="FFB8BD"/>
                </a:solidFill>
                <a:latin typeface="Arial"/>
                <a:ea typeface="Arial"/>
                <a:cs typeface="Arial"/>
              </a:rPr>
              <a:t>MEDIOS PARA CADA CARGA</a:t>
            </a:r>
          </a:p>
        </p:txBody>
      </p:sp>
      <p:sp>
        <p:nvSpPr>
          <p:cNvPr id="5" name="">
            <a:extLst xmlns:a="http://schemas.openxmlformats.org/drawingml/2006/main">
              <a:ext uri="{FF2B5EF4-FFF2-40B4-BE49-F238E27FC236}">
                <a16:creationId xmlns:a16="http://schemas.microsoft.com/office/drawing/2014/main" id="{B74FF03F-844D-4A6D-BA7B-403A5327E598}"/>
              </a:ext>
            </a:extLst>
          </p:cNvPr>
          <p:cNvSpPr>
            <a:spLocks xmlns:a="http://schemas.openxmlformats.org/drawingml/2006/main" noGrp="1"/>
          </p:cNvSpPr>
          <p:nvPr/>
        </p:nvSpPr>
        <p:spPr>
          <a:xfrm xmlns:a="http://schemas.openxmlformats.org/drawingml/2006/main">
            <a:off x="762000" y="1028700"/>
            <a:ext cx="10668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625" b="0" i="0">
                <a:solidFill>
                  <a:srgbClr val="FFFFFF"/>
                </a:solidFill>
                <a:latin typeface="Georgia"/>
                <a:ea typeface="Georgia"/>
                <a:cs typeface="Georgia"/>
              </a:defRPr>
            </a:defPPr>
            <a:lvl1pPr algn="l">
              <a:defRPr sz="5625" b="0" i="0">
                <a:solidFill>
                  <a:srgbClr val="FFFFFF"/>
                </a:solidFill>
                <a:latin typeface="Georgia"/>
                <a:ea typeface="Georgia"/>
                <a:cs typeface="Georgia"/>
              </a:defRPr>
            </a:lvl1pPr>
            <a:lvl2pPr algn="l">
              <a:defRPr sz="5625" b="0" i="0">
                <a:solidFill>
                  <a:srgbClr val="FFFFFF"/>
                </a:solidFill>
                <a:latin typeface="Georgia"/>
                <a:ea typeface="Georgia"/>
                <a:cs typeface="Georgia"/>
              </a:defRPr>
            </a:lvl2pPr>
            <a:lvl3pPr algn="l">
              <a:defRPr sz="5625" b="0" i="0">
                <a:solidFill>
                  <a:srgbClr val="FFFFFF"/>
                </a:solidFill>
                <a:latin typeface="Georgia"/>
                <a:ea typeface="Georgia"/>
                <a:cs typeface="Georgia"/>
              </a:defRPr>
            </a:lvl3pPr>
            <a:lvl4pPr algn="l">
              <a:defRPr sz="5625" b="0" i="0">
                <a:solidFill>
                  <a:srgbClr val="FFFFFF"/>
                </a:solidFill>
                <a:latin typeface="Georgia"/>
                <a:ea typeface="Georgia"/>
                <a:cs typeface="Georgia"/>
              </a:defRPr>
            </a:lvl4pPr>
            <a:lvl5pPr algn="l">
              <a:defRPr sz="5625" b="0" i="0">
                <a:solidFill>
                  <a:srgbClr val="FFFFFF"/>
                </a:solidFill>
                <a:latin typeface="Georgia"/>
                <a:ea typeface="Georgia"/>
                <a:cs typeface="Georgia"/>
              </a:defRPr>
            </a:lvl5pPr>
            <a:lvl6pPr algn="l">
              <a:defRPr sz="5625" b="0" i="0">
                <a:solidFill>
                  <a:srgbClr val="FFFFFF"/>
                </a:solidFill>
                <a:latin typeface="Georgia"/>
                <a:ea typeface="Georgia"/>
                <a:cs typeface="Georgia"/>
              </a:defRPr>
            </a:lvl6pPr>
            <a:lvl7pPr algn="l">
              <a:defRPr sz="5625" b="0" i="0">
                <a:solidFill>
                  <a:srgbClr val="FFFFFF"/>
                </a:solidFill>
                <a:latin typeface="Georgia"/>
                <a:ea typeface="Georgia"/>
                <a:cs typeface="Georgia"/>
              </a:defRPr>
            </a:lvl7pPr>
            <a:lvl8pPr algn="l">
              <a:defRPr sz="5625" b="0" i="0">
                <a:solidFill>
                  <a:srgbClr val="FFFFFF"/>
                </a:solidFill>
                <a:latin typeface="Georgia"/>
                <a:ea typeface="Georgia"/>
                <a:cs typeface="Georgia"/>
              </a:defRPr>
            </a:lvl8pPr>
            <a:lvl9pPr algn="l">
              <a:defRPr sz="5625" b="0" i="0">
                <a:solidFill>
                  <a:srgbClr val="FFFFFF"/>
                </a:solidFill>
                <a:latin typeface="Georgia"/>
                <a:ea typeface="Georgia"/>
                <a:cs typeface="Georgia"/>
              </a:defRPr>
            </a:lvl9pPr>
          </a:lstStyle>
          <a:p xmlns:a="http://schemas.openxmlformats.org/drawingml/2006/main">
            <a:pPr algn="l">
              <a:lnSpc>
                <a:spcPct val="98000"/>
              </a:lnSpc>
              <a:buNone/>
              <a:defRPr sz="5625" b="0" i="0">
                <a:solidFill>
                  <a:srgbClr val="FFFFFF"/>
                </a:solidFill>
                <a:latin typeface="Georgia"/>
                <a:ea typeface="Georgia"/>
                <a:cs typeface="Georgia"/>
              </a:defRPr>
            </a:pPr>
            <a:r>
              <a:rPr sz="5625" b="0" i="0">
                <a:solidFill>
                  <a:srgbClr val="FFFFFF"/>
                </a:solidFill>
                <a:latin typeface="Georgia"/>
                <a:ea typeface="Georgia"/>
                <a:cs typeface="Georgia"/>
              </a:rPr>
              <a:t>Una flota para cargas distintas</a:t>
            </a:r>
          </a:p>
        </p:txBody>
      </p:sp>
      <p:sp>
        <p:nvSpPr>
          <p:cNvPr id="6" name="">
            <a:extLst xmlns:a="http://schemas.openxmlformats.org/drawingml/2006/main">
              <a:ext uri="{FF2B5EF4-FFF2-40B4-BE49-F238E27FC236}">
                <a16:creationId xmlns:a16="http://schemas.microsoft.com/office/drawing/2014/main" id="{74D27D5E-26B3-428B-86A8-0F0736177216}"/>
              </a:ext>
            </a:extLst>
          </p:cNvPr>
          <p:cNvSpPr>
            <a:spLocks xmlns:a="http://schemas.openxmlformats.org/drawingml/2006/main" noGrp="1"/>
          </p:cNvSpPr>
          <p:nvPr/>
        </p:nvSpPr>
        <p:spPr>
          <a:xfrm xmlns:a="http://schemas.openxmlformats.org/drawingml/2006/main">
            <a:off x="762000" y="3381375"/>
            <a:ext cx="3143250" cy="9525"/>
          </a:xfrm>
          <a:prstGeom xmlns:a="http://schemas.openxmlformats.org/drawingml/2006/main" prst="rect">
            <a:avLst/>
          </a:prstGeom>
          <a:solidFill xmlns:a="http://schemas.openxmlformats.org/drawingml/2006/main">
            <a:srgbClr val="FFFFFF">
              <a:alpha val="65000"/>
            </a:srgbClr>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377A16E-8BA3-4FF3-980B-E33798941B06}"/>
              </a:ext>
            </a:extLst>
          </p:cNvPr>
          <p:cNvSpPr>
            <a:spLocks xmlns:a="http://schemas.openxmlformats.org/drawingml/2006/main" noGrp="1"/>
          </p:cNvSpPr>
          <p:nvPr/>
        </p:nvSpPr>
        <p:spPr>
          <a:xfrm xmlns:a="http://schemas.openxmlformats.org/drawingml/2006/main">
            <a:off x="762000" y="3571875"/>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F8D96"/>
                </a:solidFill>
                <a:latin typeface="Arial"/>
                <a:ea typeface="Arial"/>
                <a:cs typeface="Arial"/>
              </a:defRPr>
            </a:defPPr>
            <a:lvl1pPr algn="l">
              <a:defRPr sz="1050" b="1" i="0">
                <a:solidFill>
                  <a:srgbClr val="FF8D96"/>
                </a:solidFill>
                <a:latin typeface="Arial"/>
                <a:ea typeface="Arial"/>
                <a:cs typeface="Arial"/>
              </a:defRPr>
            </a:lvl1pPr>
            <a:lvl2pPr algn="l">
              <a:defRPr sz="1050" b="1" i="0">
                <a:solidFill>
                  <a:srgbClr val="FF8D96"/>
                </a:solidFill>
                <a:latin typeface="Arial"/>
                <a:ea typeface="Arial"/>
                <a:cs typeface="Arial"/>
              </a:defRPr>
            </a:lvl2pPr>
            <a:lvl3pPr algn="l">
              <a:defRPr sz="1050" b="1" i="0">
                <a:solidFill>
                  <a:srgbClr val="FF8D96"/>
                </a:solidFill>
                <a:latin typeface="Arial"/>
                <a:ea typeface="Arial"/>
                <a:cs typeface="Arial"/>
              </a:defRPr>
            </a:lvl3pPr>
            <a:lvl4pPr algn="l">
              <a:defRPr sz="1050" b="1" i="0">
                <a:solidFill>
                  <a:srgbClr val="FF8D96"/>
                </a:solidFill>
                <a:latin typeface="Arial"/>
                <a:ea typeface="Arial"/>
                <a:cs typeface="Arial"/>
              </a:defRPr>
            </a:lvl4pPr>
            <a:lvl5pPr algn="l">
              <a:defRPr sz="1050" b="1" i="0">
                <a:solidFill>
                  <a:srgbClr val="FF8D96"/>
                </a:solidFill>
                <a:latin typeface="Arial"/>
                <a:ea typeface="Arial"/>
                <a:cs typeface="Arial"/>
              </a:defRPr>
            </a:lvl5pPr>
            <a:lvl6pPr algn="l">
              <a:defRPr sz="1050" b="1" i="0">
                <a:solidFill>
                  <a:srgbClr val="FF8D96"/>
                </a:solidFill>
                <a:latin typeface="Arial"/>
                <a:ea typeface="Arial"/>
                <a:cs typeface="Arial"/>
              </a:defRPr>
            </a:lvl6pPr>
            <a:lvl7pPr algn="l">
              <a:defRPr sz="1050" b="1" i="0">
                <a:solidFill>
                  <a:srgbClr val="FF8D96"/>
                </a:solidFill>
                <a:latin typeface="Arial"/>
                <a:ea typeface="Arial"/>
                <a:cs typeface="Arial"/>
              </a:defRPr>
            </a:lvl7pPr>
            <a:lvl8pPr algn="l">
              <a:defRPr sz="1050" b="1" i="0">
                <a:solidFill>
                  <a:srgbClr val="FF8D96"/>
                </a:solidFill>
                <a:latin typeface="Arial"/>
                <a:ea typeface="Arial"/>
                <a:cs typeface="Arial"/>
              </a:defRPr>
            </a:lvl8pPr>
            <a:lvl9pPr algn="l">
              <a:defRPr sz="1050" b="1" i="0">
                <a:solidFill>
                  <a:srgbClr val="FF8D96"/>
                </a:solidFill>
                <a:latin typeface="Arial"/>
                <a:ea typeface="Arial"/>
                <a:cs typeface="Arial"/>
              </a:defRPr>
            </a:lvl9pPr>
          </a:lstStyle>
          <a:p xmlns:a="http://schemas.openxmlformats.org/drawingml/2006/main">
            <a:pPr algn="l">
              <a:lnSpc>
                <a:spcPct val="102000"/>
              </a:lnSpc>
              <a:buNone/>
              <a:defRPr sz="1050" b="1" i="0">
                <a:solidFill>
                  <a:srgbClr val="FF8D96"/>
                </a:solidFill>
                <a:latin typeface="Arial"/>
                <a:ea typeface="Arial"/>
                <a:cs typeface="Arial"/>
              </a:defRPr>
            </a:pPr>
            <a:r>
              <a:rPr sz="1050" b="1" i="0">
                <a:solidFill>
                  <a:srgbClr val="FF8D96"/>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E08CDDF8-D786-4873-96AE-091C2A750957}"/>
              </a:ext>
            </a:extLst>
          </p:cNvPr>
          <p:cNvSpPr>
            <a:spLocks xmlns:a="http://schemas.openxmlformats.org/drawingml/2006/main" noGrp="1"/>
          </p:cNvSpPr>
          <p:nvPr/>
        </p:nvSpPr>
        <p:spPr>
          <a:xfrm xmlns:a="http://schemas.openxmlformats.org/drawingml/2006/main">
            <a:off x="762000" y="397192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0" i="0">
                <a:solidFill>
                  <a:srgbClr val="FFFFFF"/>
                </a:solidFill>
                <a:latin typeface="Georgia"/>
                <a:ea typeface="Georgia"/>
                <a:cs typeface="Georgia"/>
              </a:defRPr>
            </a:defPPr>
            <a:lvl1pPr algn="l">
              <a:defRPr sz="3375" b="0" i="0">
                <a:solidFill>
                  <a:srgbClr val="FFFFFF"/>
                </a:solidFill>
                <a:latin typeface="Georgia"/>
                <a:ea typeface="Georgia"/>
                <a:cs typeface="Georgia"/>
              </a:defRPr>
            </a:lvl1pPr>
            <a:lvl2pPr algn="l">
              <a:defRPr sz="3375" b="0" i="0">
                <a:solidFill>
                  <a:srgbClr val="FFFFFF"/>
                </a:solidFill>
                <a:latin typeface="Georgia"/>
                <a:ea typeface="Georgia"/>
                <a:cs typeface="Georgia"/>
              </a:defRPr>
            </a:lvl2pPr>
            <a:lvl3pPr algn="l">
              <a:defRPr sz="3375" b="0" i="0">
                <a:solidFill>
                  <a:srgbClr val="FFFFFF"/>
                </a:solidFill>
                <a:latin typeface="Georgia"/>
                <a:ea typeface="Georgia"/>
                <a:cs typeface="Georgia"/>
              </a:defRPr>
            </a:lvl3pPr>
            <a:lvl4pPr algn="l">
              <a:defRPr sz="3375" b="0" i="0">
                <a:solidFill>
                  <a:srgbClr val="FFFFFF"/>
                </a:solidFill>
                <a:latin typeface="Georgia"/>
                <a:ea typeface="Georgia"/>
                <a:cs typeface="Georgia"/>
              </a:defRPr>
            </a:lvl4pPr>
            <a:lvl5pPr algn="l">
              <a:defRPr sz="3375" b="0" i="0">
                <a:solidFill>
                  <a:srgbClr val="FFFFFF"/>
                </a:solidFill>
                <a:latin typeface="Georgia"/>
                <a:ea typeface="Georgia"/>
                <a:cs typeface="Georgia"/>
              </a:defRPr>
            </a:lvl5pPr>
            <a:lvl6pPr algn="l">
              <a:defRPr sz="3375" b="0" i="0">
                <a:solidFill>
                  <a:srgbClr val="FFFFFF"/>
                </a:solidFill>
                <a:latin typeface="Georgia"/>
                <a:ea typeface="Georgia"/>
                <a:cs typeface="Georgia"/>
              </a:defRPr>
            </a:lvl6pPr>
            <a:lvl7pPr algn="l">
              <a:defRPr sz="3375" b="0" i="0">
                <a:solidFill>
                  <a:srgbClr val="FFFFFF"/>
                </a:solidFill>
                <a:latin typeface="Georgia"/>
                <a:ea typeface="Georgia"/>
                <a:cs typeface="Georgia"/>
              </a:defRPr>
            </a:lvl7pPr>
            <a:lvl8pPr algn="l">
              <a:defRPr sz="3375" b="0" i="0">
                <a:solidFill>
                  <a:srgbClr val="FFFFFF"/>
                </a:solidFill>
                <a:latin typeface="Georgia"/>
                <a:ea typeface="Georgia"/>
                <a:cs typeface="Georgia"/>
              </a:defRPr>
            </a:lvl8pPr>
            <a:lvl9pPr algn="l">
              <a:defRPr sz="3375" b="0" i="0">
                <a:solidFill>
                  <a:srgbClr val="FFFFFF"/>
                </a:solidFill>
                <a:latin typeface="Georgia"/>
                <a:ea typeface="Georgia"/>
                <a:cs typeface="Georgia"/>
              </a:defRPr>
            </a:lvl9pPr>
          </a:lstStyle>
          <a:p xmlns:a="http://schemas.openxmlformats.org/drawingml/2006/main">
            <a:pPr algn="l">
              <a:lnSpc>
                <a:spcPct val="102000"/>
              </a:lnSpc>
              <a:buNone/>
              <a:defRPr sz="3375" b="0" i="0">
                <a:solidFill>
                  <a:srgbClr val="FFFFFF"/>
                </a:solidFill>
                <a:latin typeface="Georgia"/>
                <a:ea typeface="Georgia"/>
                <a:cs typeface="Georgia"/>
              </a:defRPr>
            </a:pPr>
            <a:r>
              <a:rPr sz="3375" b="0" i="0">
                <a:solidFill>
                  <a:srgbClr val="FFFFFF"/>
                </a:solidFill>
                <a:latin typeface="Georgia"/>
                <a:ea typeface="Georgia"/>
                <a:cs typeface="Georgia"/>
              </a:rPr>
              <a:t>Basculantes</a:t>
            </a:r>
          </a:p>
        </p:txBody>
      </p:sp>
      <p:sp>
        <p:nvSpPr>
          <p:cNvPr id="9" name="">
            <a:extLst xmlns:a="http://schemas.openxmlformats.org/drawingml/2006/main">
              <a:ext uri="{FF2B5EF4-FFF2-40B4-BE49-F238E27FC236}">
                <a16:creationId xmlns:a16="http://schemas.microsoft.com/office/drawing/2014/main" id="{7EED40C5-2811-4D6E-9095-8A191264228C}"/>
              </a:ext>
            </a:extLst>
          </p:cNvPr>
          <p:cNvSpPr>
            <a:spLocks xmlns:a="http://schemas.openxmlformats.org/drawingml/2006/main" noGrp="1"/>
          </p:cNvSpPr>
          <p:nvPr/>
        </p:nvSpPr>
        <p:spPr>
          <a:xfrm xmlns:a="http://schemas.openxmlformats.org/drawingml/2006/main">
            <a:off x="4381500" y="3381375"/>
            <a:ext cx="3143250" cy="9525"/>
          </a:xfrm>
          <a:prstGeom xmlns:a="http://schemas.openxmlformats.org/drawingml/2006/main" prst="rect">
            <a:avLst/>
          </a:prstGeom>
          <a:solidFill xmlns:a="http://schemas.openxmlformats.org/drawingml/2006/main">
            <a:srgbClr val="FFFFFF">
              <a:alpha val="65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1146F55-7A45-453B-A393-655BE4C22D03}"/>
              </a:ext>
            </a:extLst>
          </p:cNvPr>
          <p:cNvSpPr>
            <a:spLocks xmlns:a="http://schemas.openxmlformats.org/drawingml/2006/main" noGrp="1"/>
          </p:cNvSpPr>
          <p:nvPr/>
        </p:nvSpPr>
        <p:spPr>
          <a:xfrm xmlns:a="http://schemas.openxmlformats.org/drawingml/2006/main">
            <a:off x="4381500" y="3571875"/>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F8D96"/>
                </a:solidFill>
                <a:latin typeface="Arial"/>
                <a:ea typeface="Arial"/>
                <a:cs typeface="Arial"/>
              </a:defRPr>
            </a:defPPr>
            <a:lvl1pPr algn="l">
              <a:defRPr sz="1050" b="1" i="0">
                <a:solidFill>
                  <a:srgbClr val="FF8D96"/>
                </a:solidFill>
                <a:latin typeface="Arial"/>
                <a:ea typeface="Arial"/>
                <a:cs typeface="Arial"/>
              </a:defRPr>
            </a:lvl1pPr>
            <a:lvl2pPr algn="l">
              <a:defRPr sz="1050" b="1" i="0">
                <a:solidFill>
                  <a:srgbClr val="FF8D96"/>
                </a:solidFill>
                <a:latin typeface="Arial"/>
                <a:ea typeface="Arial"/>
                <a:cs typeface="Arial"/>
              </a:defRPr>
            </a:lvl2pPr>
            <a:lvl3pPr algn="l">
              <a:defRPr sz="1050" b="1" i="0">
                <a:solidFill>
                  <a:srgbClr val="FF8D96"/>
                </a:solidFill>
                <a:latin typeface="Arial"/>
                <a:ea typeface="Arial"/>
                <a:cs typeface="Arial"/>
              </a:defRPr>
            </a:lvl3pPr>
            <a:lvl4pPr algn="l">
              <a:defRPr sz="1050" b="1" i="0">
                <a:solidFill>
                  <a:srgbClr val="FF8D96"/>
                </a:solidFill>
                <a:latin typeface="Arial"/>
                <a:ea typeface="Arial"/>
                <a:cs typeface="Arial"/>
              </a:defRPr>
            </a:lvl4pPr>
            <a:lvl5pPr algn="l">
              <a:defRPr sz="1050" b="1" i="0">
                <a:solidFill>
                  <a:srgbClr val="FF8D96"/>
                </a:solidFill>
                <a:latin typeface="Arial"/>
                <a:ea typeface="Arial"/>
                <a:cs typeface="Arial"/>
              </a:defRPr>
            </a:lvl5pPr>
            <a:lvl6pPr algn="l">
              <a:defRPr sz="1050" b="1" i="0">
                <a:solidFill>
                  <a:srgbClr val="FF8D96"/>
                </a:solidFill>
                <a:latin typeface="Arial"/>
                <a:ea typeface="Arial"/>
                <a:cs typeface="Arial"/>
              </a:defRPr>
            </a:lvl6pPr>
            <a:lvl7pPr algn="l">
              <a:defRPr sz="1050" b="1" i="0">
                <a:solidFill>
                  <a:srgbClr val="FF8D96"/>
                </a:solidFill>
                <a:latin typeface="Arial"/>
                <a:ea typeface="Arial"/>
                <a:cs typeface="Arial"/>
              </a:defRPr>
            </a:lvl7pPr>
            <a:lvl8pPr algn="l">
              <a:defRPr sz="1050" b="1" i="0">
                <a:solidFill>
                  <a:srgbClr val="FF8D96"/>
                </a:solidFill>
                <a:latin typeface="Arial"/>
                <a:ea typeface="Arial"/>
                <a:cs typeface="Arial"/>
              </a:defRPr>
            </a:lvl8pPr>
            <a:lvl9pPr algn="l">
              <a:defRPr sz="1050" b="1" i="0">
                <a:solidFill>
                  <a:srgbClr val="FF8D96"/>
                </a:solidFill>
                <a:latin typeface="Arial"/>
                <a:ea typeface="Arial"/>
                <a:cs typeface="Arial"/>
              </a:defRPr>
            </a:lvl9pPr>
          </a:lstStyle>
          <a:p xmlns:a="http://schemas.openxmlformats.org/drawingml/2006/main">
            <a:pPr algn="l">
              <a:lnSpc>
                <a:spcPct val="102000"/>
              </a:lnSpc>
              <a:buNone/>
              <a:defRPr sz="1050" b="1" i="0">
                <a:solidFill>
                  <a:srgbClr val="FF8D96"/>
                </a:solidFill>
                <a:latin typeface="Arial"/>
                <a:ea typeface="Arial"/>
                <a:cs typeface="Arial"/>
              </a:defRPr>
            </a:pPr>
            <a:r>
              <a:rPr sz="1050" b="1" i="0">
                <a:solidFill>
                  <a:srgbClr val="FF8D96"/>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716B5EBB-EF08-4E92-AEDC-DC20B1BA48D5}"/>
              </a:ext>
            </a:extLst>
          </p:cNvPr>
          <p:cNvSpPr>
            <a:spLocks xmlns:a="http://schemas.openxmlformats.org/drawingml/2006/main" noGrp="1"/>
          </p:cNvSpPr>
          <p:nvPr/>
        </p:nvSpPr>
        <p:spPr>
          <a:xfrm xmlns:a="http://schemas.openxmlformats.org/drawingml/2006/main">
            <a:off x="4381500" y="397192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0" i="0">
                <a:solidFill>
                  <a:srgbClr val="FFFFFF"/>
                </a:solidFill>
                <a:latin typeface="Georgia"/>
                <a:ea typeface="Georgia"/>
                <a:cs typeface="Georgia"/>
              </a:defRPr>
            </a:defPPr>
            <a:lvl1pPr algn="l">
              <a:defRPr sz="3375" b="0" i="0">
                <a:solidFill>
                  <a:srgbClr val="FFFFFF"/>
                </a:solidFill>
                <a:latin typeface="Georgia"/>
                <a:ea typeface="Georgia"/>
                <a:cs typeface="Georgia"/>
              </a:defRPr>
            </a:lvl1pPr>
            <a:lvl2pPr algn="l">
              <a:defRPr sz="3375" b="0" i="0">
                <a:solidFill>
                  <a:srgbClr val="FFFFFF"/>
                </a:solidFill>
                <a:latin typeface="Georgia"/>
                <a:ea typeface="Georgia"/>
                <a:cs typeface="Georgia"/>
              </a:defRPr>
            </a:lvl2pPr>
            <a:lvl3pPr algn="l">
              <a:defRPr sz="3375" b="0" i="0">
                <a:solidFill>
                  <a:srgbClr val="FFFFFF"/>
                </a:solidFill>
                <a:latin typeface="Georgia"/>
                <a:ea typeface="Georgia"/>
                <a:cs typeface="Georgia"/>
              </a:defRPr>
            </a:lvl3pPr>
            <a:lvl4pPr algn="l">
              <a:defRPr sz="3375" b="0" i="0">
                <a:solidFill>
                  <a:srgbClr val="FFFFFF"/>
                </a:solidFill>
                <a:latin typeface="Georgia"/>
                <a:ea typeface="Georgia"/>
                <a:cs typeface="Georgia"/>
              </a:defRPr>
            </a:lvl4pPr>
            <a:lvl5pPr algn="l">
              <a:defRPr sz="3375" b="0" i="0">
                <a:solidFill>
                  <a:srgbClr val="FFFFFF"/>
                </a:solidFill>
                <a:latin typeface="Georgia"/>
                <a:ea typeface="Georgia"/>
                <a:cs typeface="Georgia"/>
              </a:defRPr>
            </a:lvl5pPr>
            <a:lvl6pPr algn="l">
              <a:defRPr sz="3375" b="0" i="0">
                <a:solidFill>
                  <a:srgbClr val="FFFFFF"/>
                </a:solidFill>
                <a:latin typeface="Georgia"/>
                <a:ea typeface="Georgia"/>
                <a:cs typeface="Georgia"/>
              </a:defRPr>
            </a:lvl6pPr>
            <a:lvl7pPr algn="l">
              <a:defRPr sz="3375" b="0" i="0">
                <a:solidFill>
                  <a:srgbClr val="FFFFFF"/>
                </a:solidFill>
                <a:latin typeface="Georgia"/>
                <a:ea typeface="Georgia"/>
                <a:cs typeface="Georgia"/>
              </a:defRPr>
            </a:lvl7pPr>
            <a:lvl8pPr algn="l">
              <a:defRPr sz="3375" b="0" i="0">
                <a:solidFill>
                  <a:srgbClr val="FFFFFF"/>
                </a:solidFill>
                <a:latin typeface="Georgia"/>
                <a:ea typeface="Georgia"/>
                <a:cs typeface="Georgia"/>
              </a:defRPr>
            </a:lvl8pPr>
            <a:lvl9pPr algn="l">
              <a:defRPr sz="3375" b="0" i="0">
                <a:solidFill>
                  <a:srgbClr val="FFFFFF"/>
                </a:solidFill>
                <a:latin typeface="Georgia"/>
                <a:ea typeface="Georgia"/>
                <a:cs typeface="Georgia"/>
              </a:defRPr>
            </a:lvl9pPr>
          </a:lstStyle>
          <a:p xmlns:a="http://schemas.openxmlformats.org/drawingml/2006/main">
            <a:pPr algn="l">
              <a:lnSpc>
                <a:spcPct val="102000"/>
              </a:lnSpc>
              <a:buNone/>
              <a:defRPr sz="3375" b="0" i="0">
                <a:solidFill>
                  <a:srgbClr val="FFFFFF"/>
                </a:solidFill>
                <a:latin typeface="Georgia"/>
                <a:ea typeface="Georgia"/>
                <a:cs typeface="Georgia"/>
              </a:defRPr>
            </a:pPr>
            <a:r>
              <a:rPr sz="3375" b="0" i="0">
                <a:solidFill>
                  <a:srgbClr val="FFFFFF"/>
                </a:solidFill>
                <a:latin typeface="Georgia"/>
                <a:ea typeface="Georgia"/>
                <a:cs typeface="Georgia"/>
              </a:rPr>
              <a:t>Tauliners</a:t>
            </a:r>
          </a:p>
        </p:txBody>
      </p:sp>
      <p:sp>
        <p:nvSpPr>
          <p:cNvPr id="12" name="">
            <a:extLst xmlns:a="http://schemas.openxmlformats.org/drawingml/2006/main">
              <a:ext uri="{FF2B5EF4-FFF2-40B4-BE49-F238E27FC236}">
                <a16:creationId xmlns:a16="http://schemas.microsoft.com/office/drawing/2014/main" id="{FB83C098-1AAF-44D5-83EB-9B0E4D5C4FA0}"/>
              </a:ext>
            </a:extLst>
          </p:cNvPr>
          <p:cNvSpPr>
            <a:spLocks xmlns:a="http://schemas.openxmlformats.org/drawingml/2006/main" noGrp="1"/>
          </p:cNvSpPr>
          <p:nvPr/>
        </p:nvSpPr>
        <p:spPr>
          <a:xfrm xmlns:a="http://schemas.openxmlformats.org/drawingml/2006/main">
            <a:off x="8001000" y="3381375"/>
            <a:ext cx="3143250" cy="9525"/>
          </a:xfrm>
          <a:prstGeom xmlns:a="http://schemas.openxmlformats.org/drawingml/2006/main" prst="rect">
            <a:avLst/>
          </a:prstGeom>
          <a:solidFill xmlns:a="http://schemas.openxmlformats.org/drawingml/2006/main">
            <a:srgbClr val="FFFFFF">
              <a:alpha val="65000"/>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06A5BC2-8EC2-4CB6-89F5-1ADCA56B34ED}"/>
              </a:ext>
            </a:extLst>
          </p:cNvPr>
          <p:cNvSpPr>
            <a:spLocks xmlns:a="http://schemas.openxmlformats.org/drawingml/2006/main" noGrp="1"/>
          </p:cNvSpPr>
          <p:nvPr/>
        </p:nvSpPr>
        <p:spPr>
          <a:xfrm xmlns:a="http://schemas.openxmlformats.org/drawingml/2006/main">
            <a:off x="8001000" y="3571875"/>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F8D96"/>
                </a:solidFill>
                <a:latin typeface="Arial"/>
                <a:ea typeface="Arial"/>
                <a:cs typeface="Arial"/>
              </a:defRPr>
            </a:defPPr>
            <a:lvl1pPr algn="l">
              <a:defRPr sz="1050" b="1" i="0">
                <a:solidFill>
                  <a:srgbClr val="FF8D96"/>
                </a:solidFill>
                <a:latin typeface="Arial"/>
                <a:ea typeface="Arial"/>
                <a:cs typeface="Arial"/>
              </a:defRPr>
            </a:lvl1pPr>
            <a:lvl2pPr algn="l">
              <a:defRPr sz="1050" b="1" i="0">
                <a:solidFill>
                  <a:srgbClr val="FF8D96"/>
                </a:solidFill>
                <a:latin typeface="Arial"/>
                <a:ea typeface="Arial"/>
                <a:cs typeface="Arial"/>
              </a:defRPr>
            </a:lvl2pPr>
            <a:lvl3pPr algn="l">
              <a:defRPr sz="1050" b="1" i="0">
                <a:solidFill>
                  <a:srgbClr val="FF8D96"/>
                </a:solidFill>
                <a:latin typeface="Arial"/>
                <a:ea typeface="Arial"/>
                <a:cs typeface="Arial"/>
              </a:defRPr>
            </a:lvl3pPr>
            <a:lvl4pPr algn="l">
              <a:defRPr sz="1050" b="1" i="0">
                <a:solidFill>
                  <a:srgbClr val="FF8D96"/>
                </a:solidFill>
                <a:latin typeface="Arial"/>
                <a:ea typeface="Arial"/>
                <a:cs typeface="Arial"/>
              </a:defRPr>
            </a:lvl4pPr>
            <a:lvl5pPr algn="l">
              <a:defRPr sz="1050" b="1" i="0">
                <a:solidFill>
                  <a:srgbClr val="FF8D96"/>
                </a:solidFill>
                <a:latin typeface="Arial"/>
                <a:ea typeface="Arial"/>
                <a:cs typeface="Arial"/>
              </a:defRPr>
            </a:lvl5pPr>
            <a:lvl6pPr algn="l">
              <a:defRPr sz="1050" b="1" i="0">
                <a:solidFill>
                  <a:srgbClr val="FF8D96"/>
                </a:solidFill>
                <a:latin typeface="Arial"/>
                <a:ea typeface="Arial"/>
                <a:cs typeface="Arial"/>
              </a:defRPr>
            </a:lvl6pPr>
            <a:lvl7pPr algn="l">
              <a:defRPr sz="1050" b="1" i="0">
                <a:solidFill>
                  <a:srgbClr val="FF8D96"/>
                </a:solidFill>
                <a:latin typeface="Arial"/>
                <a:ea typeface="Arial"/>
                <a:cs typeface="Arial"/>
              </a:defRPr>
            </a:lvl7pPr>
            <a:lvl8pPr algn="l">
              <a:defRPr sz="1050" b="1" i="0">
                <a:solidFill>
                  <a:srgbClr val="FF8D96"/>
                </a:solidFill>
                <a:latin typeface="Arial"/>
                <a:ea typeface="Arial"/>
                <a:cs typeface="Arial"/>
              </a:defRPr>
            </a:lvl8pPr>
            <a:lvl9pPr algn="l">
              <a:defRPr sz="1050" b="1" i="0">
                <a:solidFill>
                  <a:srgbClr val="FF8D96"/>
                </a:solidFill>
                <a:latin typeface="Arial"/>
                <a:ea typeface="Arial"/>
                <a:cs typeface="Arial"/>
              </a:defRPr>
            </a:lvl9pPr>
          </a:lstStyle>
          <a:p xmlns:a="http://schemas.openxmlformats.org/drawingml/2006/main">
            <a:pPr algn="l">
              <a:lnSpc>
                <a:spcPct val="102000"/>
              </a:lnSpc>
              <a:buNone/>
              <a:defRPr sz="1050" b="1" i="0">
                <a:solidFill>
                  <a:srgbClr val="FF8D96"/>
                </a:solidFill>
                <a:latin typeface="Arial"/>
                <a:ea typeface="Arial"/>
                <a:cs typeface="Arial"/>
              </a:defRPr>
            </a:pPr>
            <a:r>
              <a:rPr sz="1050" b="1" i="0">
                <a:solidFill>
                  <a:srgbClr val="FF8D96"/>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AA49723B-C2E2-4C48-98D3-C44080BE9406}"/>
              </a:ext>
            </a:extLst>
          </p:cNvPr>
          <p:cNvSpPr>
            <a:spLocks xmlns:a="http://schemas.openxmlformats.org/drawingml/2006/main" noGrp="1"/>
          </p:cNvSpPr>
          <p:nvPr/>
        </p:nvSpPr>
        <p:spPr>
          <a:xfrm xmlns:a="http://schemas.openxmlformats.org/drawingml/2006/main">
            <a:off x="8001000" y="397192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0" i="0">
                <a:solidFill>
                  <a:srgbClr val="FFFFFF"/>
                </a:solidFill>
                <a:latin typeface="Georgia"/>
                <a:ea typeface="Georgia"/>
                <a:cs typeface="Georgia"/>
              </a:defRPr>
            </a:defPPr>
            <a:lvl1pPr algn="l">
              <a:defRPr sz="3375" b="0" i="0">
                <a:solidFill>
                  <a:srgbClr val="FFFFFF"/>
                </a:solidFill>
                <a:latin typeface="Georgia"/>
                <a:ea typeface="Georgia"/>
                <a:cs typeface="Georgia"/>
              </a:defRPr>
            </a:lvl1pPr>
            <a:lvl2pPr algn="l">
              <a:defRPr sz="3375" b="0" i="0">
                <a:solidFill>
                  <a:srgbClr val="FFFFFF"/>
                </a:solidFill>
                <a:latin typeface="Georgia"/>
                <a:ea typeface="Georgia"/>
                <a:cs typeface="Georgia"/>
              </a:defRPr>
            </a:lvl2pPr>
            <a:lvl3pPr algn="l">
              <a:defRPr sz="3375" b="0" i="0">
                <a:solidFill>
                  <a:srgbClr val="FFFFFF"/>
                </a:solidFill>
                <a:latin typeface="Georgia"/>
                <a:ea typeface="Georgia"/>
                <a:cs typeface="Georgia"/>
              </a:defRPr>
            </a:lvl3pPr>
            <a:lvl4pPr algn="l">
              <a:defRPr sz="3375" b="0" i="0">
                <a:solidFill>
                  <a:srgbClr val="FFFFFF"/>
                </a:solidFill>
                <a:latin typeface="Georgia"/>
                <a:ea typeface="Georgia"/>
                <a:cs typeface="Georgia"/>
              </a:defRPr>
            </a:lvl4pPr>
            <a:lvl5pPr algn="l">
              <a:defRPr sz="3375" b="0" i="0">
                <a:solidFill>
                  <a:srgbClr val="FFFFFF"/>
                </a:solidFill>
                <a:latin typeface="Georgia"/>
                <a:ea typeface="Georgia"/>
                <a:cs typeface="Georgia"/>
              </a:defRPr>
            </a:lvl5pPr>
            <a:lvl6pPr algn="l">
              <a:defRPr sz="3375" b="0" i="0">
                <a:solidFill>
                  <a:srgbClr val="FFFFFF"/>
                </a:solidFill>
                <a:latin typeface="Georgia"/>
                <a:ea typeface="Georgia"/>
                <a:cs typeface="Georgia"/>
              </a:defRPr>
            </a:lvl6pPr>
            <a:lvl7pPr algn="l">
              <a:defRPr sz="3375" b="0" i="0">
                <a:solidFill>
                  <a:srgbClr val="FFFFFF"/>
                </a:solidFill>
                <a:latin typeface="Georgia"/>
                <a:ea typeface="Georgia"/>
                <a:cs typeface="Georgia"/>
              </a:defRPr>
            </a:lvl7pPr>
            <a:lvl8pPr algn="l">
              <a:defRPr sz="3375" b="0" i="0">
                <a:solidFill>
                  <a:srgbClr val="FFFFFF"/>
                </a:solidFill>
                <a:latin typeface="Georgia"/>
                <a:ea typeface="Georgia"/>
                <a:cs typeface="Georgia"/>
              </a:defRPr>
            </a:lvl8pPr>
            <a:lvl9pPr algn="l">
              <a:defRPr sz="3375" b="0" i="0">
                <a:solidFill>
                  <a:srgbClr val="FFFFFF"/>
                </a:solidFill>
                <a:latin typeface="Georgia"/>
                <a:ea typeface="Georgia"/>
                <a:cs typeface="Georgia"/>
              </a:defRPr>
            </a:lvl9pPr>
          </a:lstStyle>
          <a:p xmlns:a="http://schemas.openxmlformats.org/drawingml/2006/main">
            <a:pPr algn="l">
              <a:lnSpc>
                <a:spcPct val="102000"/>
              </a:lnSpc>
              <a:buNone/>
              <a:defRPr sz="3375" b="0" i="0">
                <a:solidFill>
                  <a:srgbClr val="FFFFFF"/>
                </a:solidFill>
                <a:latin typeface="Georgia"/>
                <a:ea typeface="Georgia"/>
                <a:cs typeface="Georgia"/>
              </a:defRPr>
            </a:pPr>
            <a:r>
              <a:rPr sz="3375" b="0" i="0">
                <a:solidFill>
                  <a:srgbClr val="FFFFFF"/>
                </a:solidFill>
                <a:latin typeface="Georgia"/>
                <a:ea typeface="Georgia"/>
                <a:cs typeface="Georgia"/>
              </a:rPr>
              <a:t>Piso móvil</a:t>
            </a:r>
          </a:p>
        </p:txBody>
      </p:sp>
      <p:sp>
        <p:nvSpPr>
          <p:cNvPr id="15" name="">
            <a:extLst xmlns:a="http://schemas.openxmlformats.org/drawingml/2006/main">
              <a:ext uri="{FF2B5EF4-FFF2-40B4-BE49-F238E27FC236}">
                <a16:creationId xmlns:a16="http://schemas.microsoft.com/office/drawing/2014/main" id="{E2449F28-CB73-4349-A6E5-8D0B2A4CDCDF}"/>
              </a:ext>
            </a:extLst>
          </p:cNvPr>
          <p:cNvSpPr>
            <a:spLocks xmlns:a="http://schemas.openxmlformats.org/drawingml/2006/main" noGrp="1"/>
          </p:cNvSpPr>
          <p:nvPr/>
        </p:nvSpPr>
        <p:spPr>
          <a:xfrm xmlns:a="http://schemas.openxmlformats.org/drawingml/2006/main">
            <a:off x="762000" y="5343525"/>
            <a:ext cx="10668000" cy="9525"/>
          </a:xfrm>
          <a:prstGeom xmlns:a="http://schemas.openxmlformats.org/drawingml/2006/main" prst="rect">
            <a:avLst/>
          </a:prstGeom>
          <a:solidFill xmlns:a="http://schemas.openxmlformats.org/drawingml/2006/main">
            <a:srgbClr val="FFFFFF">
              <a:alpha val="50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041FC78-B3FE-4D87-9D92-AC1D52A3542C}"/>
              </a:ext>
            </a:extLst>
          </p:cNvPr>
          <p:cNvSpPr>
            <a:spLocks xmlns:a="http://schemas.openxmlformats.org/drawingml/2006/main" noGrp="1"/>
          </p:cNvSpPr>
          <p:nvPr/>
        </p:nvSpPr>
        <p:spPr>
          <a:xfrm xmlns:a="http://schemas.openxmlformats.org/drawingml/2006/main">
            <a:off x="762000" y="547687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8D96"/>
                </a:solidFill>
                <a:latin typeface="Arial"/>
                <a:ea typeface="Arial"/>
                <a:cs typeface="Arial"/>
              </a:defRPr>
            </a:defPPr>
            <a:lvl1pPr algn="l">
              <a:defRPr sz="900" b="1" i="0">
                <a:solidFill>
                  <a:srgbClr val="FF8D96"/>
                </a:solidFill>
                <a:latin typeface="Arial"/>
                <a:ea typeface="Arial"/>
                <a:cs typeface="Arial"/>
              </a:defRPr>
            </a:lvl1pPr>
            <a:lvl2pPr algn="l">
              <a:defRPr sz="900" b="1" i="0">
                <a:solidFill>
                  <a:srgbClr val="FF8D96"/>
                </a:solidFill>
                <a:latin typeface="Arial"/>
                <a:ea typeface="Arial"/>
                <a:cs typeface="Arial"/>
              </a:defRPr>
            </a:lvl2pPr>
            <a:lvl3pPr algn="l">
              <a:defRPr sz="900" b="1" i="0">
                <a:solidFill>
                  <a:srgbClr val="FF8D96"/>
                </a:solidFill>
                <a:latin typeface="Arial"/>
                <a:ea typeface="Arial"/>
                <a:cs typeface="Arial"/>
              </a:defRPr>
            </a:lvl3pPr>
            <a:lvl4pPr algn="l">
              <a:defRPr sz="900" b="1" i="0">
                <a:solidFill>
                  <a:srgbClr val="FF8D96"/>
                </a:solidFill>
                <a:latin typeface="Arial"/>
                <a:ea typeface="Arial"/>
                <a:cs typeface="Arial"/>
              </a:defRPr>
            </a:lvl4pPr>
            <a:lvl5pPr algn="l">
              <a:defRPr sz="900" b="1" i="0">
                <a:solidFill>
                  <a:srgbClr val="FF8D96"/>
                </a:solidFill>
                <a:latin typeface="Arial"/>
                <a:ea typeface="Arial"/>
                <a:cs typeface="Arial"/>
              </a:defRPr>
            </a:lvl5pPr>
            <a:lvl6pPr algn="l">
              <a:defRPr sz="900" b="1" i="0">
                <a:solidFill>
                  <a:srgbClr val="FF8D96"/>
                </a:solidFill>
                <a:latin typeface="Arial"/>
                <a:ea typeface="Arial"/>
                <a:cs typeface="Arial"/>
              </a:defRPr>
            </a:lvl6pPr>
            <a:lvl7pPr algn="l">
              <a:defRPr sz="900" b="1" i="0">
                <a:solidFill>
                  <a:srgbClr val="FF8D96"/>
                </a:solidFill>
                <a:latin typeface="Arial"/>
                <a:ea typeface="Arial"/>
                <a:cs typeface="Arial"/>
              </a:defRPr>
            </a:lvl7pPr>
            <a:lvl8pPr algn="l">
              <a:defRPr sz="900" b="1" i="0">
                <a:solidFill>
                  <a:srgbClr val="FF8D96"/>
                </a:solidFill>
                <a:latin typeface="Arial"/>
                <a:ea typeface="Arial"/>
                <a:cs typeface="Arial"/>
              </a:defRPr>
            </a:lvl8pPr>
            <a:lvl9pPr algn="l">
              <a:defRPr sz="900" b="1" i="0">
                <a:solidFill>
                  <a:srgbClr val="FF8D96"/>
                </a:solidFill>
                <a:latin typeface="Arial"/>
                <a:ea typeface="Arial"/>
                <a:cs typeface="Arial"/>
              </a:defRPr>
            </a:lvl9pPr>
          </a:lstStyle>
          <a:p xmlns:a="http://schemas.openxmlformats.org/drawingml/2006/main">
            <a:pPr algn="l">
              <a:lnSpc>
                <a:spcPct val="102000"/>
              </a:lnSpc>
              <a:buNone/>
              <a:defRPr sz="900" b="1" i="0">
                <a:solidFill>
                  <a:srgbClr val="FF8D96"/>
                </a:solidFill>
                <a:latin typeface="Arial"/>
                <a:ea typeface="Arial"/>
                <a:cs typeface="Arial"/>
              </a:defRPr>
            </a:pPr>
            <a:r>
              <a:rPr sz="900" b="1" i="0">
                <a:solidFill>
                  <a:srgbClr val="FF8D96"/>
                </a:solidFill>
                <a:latin typeface="Arial"/>
                <a:ea typeface="Arial"/>
                <a:cs typeface="Arial"/>
              </a:rPr>
              <a:t>SECTORES EN LOS QUE QUEREMOS CRECER</a:t>
            </a:r>
          </a:p>
        </p:txBody>
      </p:sp>
      <p:sp>
        <p:nvSpPr>
          <p:cNvPr id="17" name="">
            <a:extLst xmlns:a="http://schemas.openxmlformats.org/drawingml/2006/main">
              <a:ext uri="{FF2B5EF4-FFF2-40B4-BE49-F238E27FC236}">
                <a16:creationId xmlns:a16="http://schemas.microsoft.com/office/drawing/2014/main" id="{DED0D30A-37E2-459C-BE33-EC1FA27C64EE}"/>
              </a:ext>
            </a:extLst>
          </p:cNvPr>
          <p:cNvSpPr>
            <a:spLocks xmlns:a="http://schemas.openxmlformats.org/drawingml/2006/main" noGrp="1"/>
          </p:cNvSpPr>
          <p:nvPr/>
        </p:nvSpPr>
        <p:spPr>
          <a:xfrm xmlns:a="http://schemas.openxmlformats.org/drawingml/2006/main">
            <a:off x="762000" y="5753100"/>
            <a:ext cx="10001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i="0">
                <a:solidFill>
                  <a:srgbClr val="FFFFFF"/>
                </a:solidFill>
                <a:latin typeface="Georgia"/>
                <a:ea typeface="Georgia"/>
                <a:cs typeface="Georgia"/>
              </a:defRPr>
            </a:defPPr>
            <a:lvl1pPr algn="l">
              <a:defRPr sz="2250" b="0" i="0">
                <a:solidFill>
                  <a:srgbClr val="FFFFFF"/>
                </a:solidFill>
                <a:latin typeface="Georgia"/>
                <a:ea typeface="Georgia"/>
                <a:cs typeface="Georgia"/>
              </a:defRPr>
            </a:lvl1pPr>
            <a:lvl2pPr algn="l">
              <a:defRPr sz="2250" b="0" i="0">
                <a:solidFill>
                  <a:srgbClr val="FFFFFF"/>
                </a:solidFill>
                <a:latin typeface="Georgia"/>
                <a:ea typeface="Georgia"/>
                <a:cs typeface="Georgia"/>
              </a:defRPr>
            </a:lvl2pPr>
            <a:lvl3pPr algn="l">
              <a:defRPr sz="2250" b="0" i="0">
                <a:solidFill>
                  <a:srgbClr val="FFFFFF"/>
                </a:solidFill>
                <a:latin typeface="Georgia"/>
                <a:ea typeface="Georgia"/>
                <a:cs typeface="Georgia"/>
              </a:defRPr>
            </a:lvl3pPr>
            <a:lvl4pPr algn="l">
              <a:defRPr sz="2250" b="0" i="0">
                <a:solidFill>
                  <a:srgbClr val="FFFFFF"/>
                </a:solidFill>
                <a:latin typeface="Georgia"/>
                <a:ea typeface="Georgia"/>
                <a:cs typeface="Georgia"/>
              </a:defRPr>
            </a:lvl4pPr>
            <a:lvl5pPr algn="l">
              <a:defRPr sz="2250" b="0" i="0">
                <a:solidFill>
                  <a:srgbClr val="FFFFFF"/>
                </a:solidFill>
                <a:latin typeface="Georgia"/>
                <a:ea typeface="Georgia"/>
                <a:cs typeface="Georgia"/>
              </a:defRPr>
            </a:lvl5pPr>
            <a:lvl6pPr algn="l">
              <a:defRPr sz="2250" b="0" i="0">
                <a:solidFill>
                  <a:srgbClr val="FFFFFF"/>
                </a:solidFill>
                <a:latin typeface="Georgia"/>
                <a:ea typeface="Georgia"/>
                <a:cs typeface="Georgia"/>
              </a:defRPr>
            </a:lvl6pPr>
            <a:lvl7pPr algn="l">
              <a:defRPr sz="2250" b="0" i="0">
                <a:solidFill>
                  <a:srgbClr val="FFFFFF"/>
                </a:solidFill>
                <a:latin typeface="Georgia"/>
                <a:ea typeface="Georgia"/>
                <a:cs typeface="Georgia"/>
              </a:defRPr>
            </a:lvl7pPr>
            <a:lvl8pPr algn="l">
              <a:defRPr sz="2250" b="0" i="0">
                <a:solidFill>
                  <a:srgbClr val="FFFFFF"/>
                </a:solidFill>
                <a:latin typeface="Georgia"/>
                <a:ea typeface="Georgia"/>
                <a:cs typeface="Georgia"/>
              </a:defRPr>
            </a:lvl8pPr>
            <a:lvl9pPr algn="l">
              <a:defRPr sz="2250" b="0" i="0">
                <a:solidFill>
                  <a:srgbClr val="FFFFFF"/>
                </a:solidFill>
                <a:latin typeface="Georgia"/>
                <a:ea typeface="Georgia"/>
                <a:cs typeface="Georgia"/>
              </a:defRPr>
            </a:lvl9pPr>
          </a:lstStyle>
          <a:p xmlns:a="http://schemas.openxmlformats.org/drawingml/2006/main">
            <a:pPr algn="l">
              <a:lnSpc>
                <a:spcPct val="102000"/>
              </a:lnSpc>
              <a:buNone/>
              <a:defRPr sz="2250" b="0" i="0">
                <a:solidFill>
                  <a:srgbClr val="FFFFFF"/>
                </a:solidFill>
                <a:latin typeface="Georgia"/>
                <a:ea typeface="Georgia"/>
                <a:cs typeface="Georgia"/>
              </a:defRPr>
            </a:pPr>
            <a:r>
              <a:rPr sz="2250" b="0" i="0">
                <a:solidFill>
                  <a:srgbClr val="FFFFFF"/>
                </a:solidFill>
                <a:latin typeface="Georgia"/>
                <a:ea typeface="Georgia"/>
                <a:cs typeface="Georgia"/>
              </a:rPr>
              <a:t>Automoción, química y retail</a:t>
            </a:r>
          </a:p>
        </p:txBody>
      </p:sp>
      <p:sp>
        <p:nvSpPr>
          <p:cNvPr id="18" name="">
            <a:extLst xmlns:a="http://schemas.openxmlformats.org/drawingml/2006/main">
              <a:ext uri="{FF2B5EF4-FFF2-40B4-BE49-F238E27FC236}">
                <a16:creationId xmlns:a16="http://schemas.microsoft.com/office/drawing/2014/main" id="{E0B858AE-D79E-48CC-800B-547AEF9494E2}"/>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FFFFFF">
              <a:alpha val="35000"/>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F055F28-C03D-451A-8DFF-7816E6FD07A2}"/>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0CDCD"/>
                </a:solidFill>
                <a:latin typeface="Arial"/>
                <a:ea typeface="Arial"/>
                <a:cs typeface="Arial"/>
              </a:defRPr>
            </a:defPPr>
            <a:lvl1pPr algn="l">
              <a:defRPr sz="825" b="1" i="0">
                <a:solidFill>
                  <a:srgbClr val="E0CDCD"/>
                </a:solidFill>
                <a:latin typeface="Arial"/>
                <a:ea typeface="Arial"/>
                <a:cs typeface="Arial"/>
              </a:defRPr>
            </a:lvl1pPr>
            <a:lvl2pPr algn="l">
              <a:defRPr sz="825" b="1" i="0">
                <a:solidFill>
                  <a:srgbClr val="E0CDCD"/>
                </a:solidFill>
                <a:latin typeface="Arial"/>
                <a:ea typeface="Arial"/>
                <a:cs typeface="Arial"/>
              </a:defRPr>
            </a:lvl2pPr>
            <a:lvl3pPr algn="l">
              <a:defRPr sz="825" b="1" i="0">
                <a:solidFill>
                  <a:srgbClr val="E0CDCD"/>
                </a:solidFill>
                <a:latin typeface="Arial"/>
                <a:ea typeface="Arial"/>
                <a:cs typeface="Arial"/>
              </a:defRPr>
            </a:lvl3pPr>
            <a:lvl4pPr algn="l">
              <a:defRPr sz="825" b="1" i="0">
                <a:solidFill>
                  <a:srgbClr val="E0CDCD"/>
                </a:solidFill>
                <a:latin typeface="Arial"/>
                <a:ea typeface="Arial"/>
                <a:cs typeface="Arial"/>
              </a:defRPr>
            </a:lvl4pPr>
            <a:lvl5pPr algn="l">
              <a:defRPr sz="825" b="1" i="0">
                <a:solidFill>
                  <a:srgbClr val="E0CDCD"/>
                </a:solidFill>
                <a:latin typeface="Arial"/>
                <a:ea typeface="Arial"/>
                <a:cs typeface="Arial"/>
              </a:defRPr>
            </a:lvl5pPr>
            <a:lvl6pPr algn="l">
              <a:defRPr sz="825" b="1" i="0">
                <a:solidFill>
                  <a:srgbClr val="E0CDCD"/>
                </a:solidFill>
                <a:latin typeface="Arial"/>
                <a:ea typeface="Arial"/>
                <a:cs typeface="Arial"/>
              </a:defRPr>
            </a:lvl6pPr>
            <a:lvl7pPr algn="l">
              <a:defRPr sz="825" b="1" i="0">
                <a:solidFill>
                  <a:srgbClr val="E0CDCD"/>
                </a:solidFill>
                <a:latin typeface="Arial"/>
                <a:ea typeface="Arial"/>
                <a:cs typeface="Arial"/>
              </a:defRPr>
            </a:lvl7pPr>
            <a:lvl8pPr algn="l">
              <a:defRPr sz="825" b="1" i="0">
                <a:solidFill>
                  <a:srgbClr val="E0CDCD"/>
                </a:solidFill>
                <a:latin typeface="Arial"/>
                <a:ea typeface="Arial"/>
                <a:cs typeface="Arial"/>
              </a:defRPr>
            </a:lvl8pPr>
            <a:lvl9pPr algn="l">
              <a:defRPr sz="825" b="1" i="0">
                <a:solidFill>
                  <a:srgbClr val="E0CDCD"/>
                </a:solidFill>
                <a:latin typeface="Arial"/>
                <a:ea typeface="Arial"/>
                <a:cs typeface="Arial"/>
              </a:defRPr>
            </a:lvl9pPr>
          </a:lstStyle>
          <a:p xmlns:a="http://schemas.openxmlformats.org/drawingml/2006/main">
            <a:pPr algn="l">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MEDIOS PARA CADA CARGA</a:t>
            </a:r>
          </a:p>
        </p:txBody>
      </p:sp>
      <p:sp>
        <p:nvSpPr>
          <p:cNvPr id="20" name="">
            <a:extLst xmlns:a="http://schemas.openxmlformats.org/drawingml/2006/main">
              <a:ext uri="{FF2B5EF4-FFF2-40B4-BE49-F238E27FC236}">
                <a16:creationId xmlns:a16="http://schemas.microsoft.com/office/drawing/2014/main" id="{867256D2-13BE-4DE9-9EDD-100786DE938C}"/>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E0CDCD"/>
                </a:solidFill>
                <a:latin typeface="Arial"/>
                <a:ea typeface="Arial"/>
                <a:cs typeface="Arial"/>
              </a:defRPr>
            </a:defPPr>
            <a:lvl1pPr algn="r">
              <a:defRPr sz="825" b="1" i="0">
                <a:solidFill>
                  <a:srgbClr val="E0CDCD"/>
                </a:solidFill>
                <a:latin typeface="Arial"/>
                <a:ea typeface="Arial"/>
                <a:cs typeface="Arial"/>
              </a:defRPr>
            </a:lvl1pPr>
            <a:lvl2pPr algn="r">
              <a:defRPr sz="825" b="1" i="0">
                <a:solidFill>
                  <a:srgbClr val="E0CDCD"/>
                </a:solidFill>
                <a:latin typeface="Arial"/>
                <a:ea typeface="Arial"/>
                <a:cs typeface="Arial"/>
              </a:defRPr>
            </a:lvl2pPr>
            <a:lvl3pPr algn="r">
              <a:defRPr sz="825" b="1" i="0">
                <a:solidFill>
                  <a:srgbClr val="E0CDCD"/>
                </a:solidFill>
                <a:latin typeface="Arial"/>
                <a:ea typeface="Arial"/>
                <a:cs typeface="Arial"/>
              </a:defRPr>
            </a:lvl3pPr>
            <a:lvl4pPr algn="r">
              <a:defRPr sz="825" b="1" i="0">
                <a:solidFill>
                  <a:srgbClr val="E0CDCD"/>
                </a:solidFill>
                <a:latin typeface="Arial"/>
                <a:ea typeface="Arial"/>
                <a:cs typeface="Arial"/>
              </a:defRPr>
            </a:lvl4pPr>
            <a:lvl5pPr algn="r">
              <a:defRPr sz="825" b="1" i="0">
                <a:solidFill>
                  <a:srgbClr val="E0CDCD"/>
                </a:solidFill>
                <a:latin typeface="Arial"/>
                <a:ea typeface="Arial"/>
                <a:cs typeface="Arial"/>
              </a:defRPr>
            </a:lvl5pPr>
            <a:lvl6pPr algn="r">
              <a:defRPr sz="825" b="1" i="0">
                <a:solidFill>
                  <a:srgbClr val="E0CDCD"/>
                </a:solidFill>
                <a:latin typeface="Arial"/>
                <a:ea typeface="Arial"/>
                <a:cs typeface="Arial"/>
              </a:defRPr>
            </a:lvl6pPr>
            <a:lvl7pPr algn="r">
              <a:defRPr sz="825" b="1" i="0">
                <a:solidFill>
                  <a:srgbClr val="E0CDCD"/>
                </a:solidFill>
                <a:latin typeface="Arial"/>
                <a:ea typeface="Arial"/>
                <a:cs typeface="Arial"/>
              </a:defRPr>
            </a:lvl7pPr>
            <a:lvl8pPr algn="r">
              <a:defRPr sz="825" b="1" i="0">
                <a:solidFill>
                  <a:srgbClr val="E0CDCD"/>
                </a:solidFill>
                <a:latin typeface="Arial"/>
                <a:ea typeface="Arial"/>
                <a:cs typeface="Arial"/>
              </a:defRPr>
            </a:lvl8pPr>
            <a:lvl9pPr algn="r">
              <a:defRPr sz="825" b="1" i="0">
                <a:solidFill>
                  <a:srgbClr val="E0CDCD"/>
                </a:solidFill>
                <a:latin typeface="Arial"/>
                <a:ea typeface="Arial"/>
                <a:cs typeface="Arial"/>
              </a:defRPr>
            </a:lvl9pPr>
          </a:lstStyle>
          <a:p xmlns:a="http://schemas.openxmlformats.org/drawingml/2006/main">
            <a:pPr algn="r">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09 / 16</a:t>
            </a:r>
          </a:p>
        </p:txBody>
      </p:sp>
    </p:spTree>
    <p:extLst>
      <p:ext uri="{BB962C8B-B14F-4D97-AF65-F5344CB8AC3E}">
        <p14:creationId xmlns:p14="http://schemas.microsoft.com/office/powerpoint/2010/main" val="1776555319"/>
      </p:ext>
    </p:extLst>
  </p:cSld>
</p:sld>
</file>

<file path=ppt/slides/slide10.xml><?xml version="1.0" encoding="utf-8"?>
<p:sld xmlns:p="http://schemas.openxmlformats.org/presentationml/2006/main">
  <p:cSld>
    <p:bg>
      <p:bgPr>
        <a:solidFill xmlns:a="http://schemas.openxmlformats.org/drawingml/2006/main">
          <a:srgbClr val="281E20"/>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B4BF262-A301-4115-972B-66FD9E511B74}"/>
              </a:ext>
            </a:extLst>
          </p:cNvPr>
          <p:cNvPicPr>
            <a:picLocks xmlns:a="http://schemas.openxmlformats.org/drawingml/2006/main" noChangeAspect="1"/>
          </p:cNvPicPr>
          <p:nvPr/>
        </p:nvPicPr>
        <p:blipFill>
          <a:blip xmlns:r="http://schemas.openxmlformats.org/officeDocument/2006/relationships" xmlns:a="http://schemas.openxmlformats.org/drawingml/2006/main" r:embed="Ree0370eac61a472b"/>
          <a:srcRect xmlns:a="http://schemas.openxmlformats.org/drawingml/2006/main" l="0" t="1509" r="0" b="1509"/>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6309D0-0A44-43D0-99D2-CA0A9D8475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11D1A">
              <a:alpha val="77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1624CC3-8D5E-4748-B10A-070F9C147D87}"/>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FF8D9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8B90BE2-ADD7-498A-8351-BB7E3AE2CCC5}"/>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B8BD"/>
                </a:solidFill>
                <a:latin typeface="Arial"/>
                <a:ea typeface="Arial"/>
                <a:cs typeface="Arial"/>
              </a:defRPr>
            </a:defPPr>
            <a:lvl1pPr algn="l">
              <a:defRPr sz="900" b="1" i="0">
                <a:solidFill>
                  <a:srgbClr val="FFB8BD"/>
                </a:solidFill>
                <a:latin typeface="Arial"/>
                <a:ea typeface="Arial"/>
                <a:cs typeface="Arial"/>
              </a:defRPr>
            </a:lvl1pPr>
            <a:lvl2pPr algn="l">
              <a:defRPr sz="900" b="1" i="0">
                <a:solidFill>
                  <a:srgbClr val="FFB8BD"/>
                </a:solidFill>
                <a:latin typeface="Arial"/>
                <a:ea typeface="Arial"/>
                <a:cs typeface="Arial"/>
              </a:defRPr>
            </a:lvl2pPr>
            <a:lvl3pPr algn="l">
              <a:defRPr sz="900" b="1" i="0">
                <a:solidFill>
                  <a:srgbClr val="FFB8BD"/>
                </a:solidFill>
                <a:latin typeface="Arial"/>
                <a:ea typeface="Arial"/>
                <a:cs typeface="Arial"/>
              </a:defRPr>
            </a:lvl3pPr>
            <a:lvl4pPr algn="l">
              <a:defRPr sz="900" b="1" i="0">
                <a:solidFill>
                  <a:srgbClr val="FFB8BD"/>
                </a:solidFill>
                <a:latin typeface="Arial"/>
                <a:ea typeface="Arial"/>
                <a:cs typeface="Arial"/>
              </a:defRPr>
            </a:lvl4pPr>
            <a:lvl5pPr algn="l">
              <a:defRPr sz="900" b="1" i="0">
                <a:solidFill>
                  <a:srgbClr val="FFB8BD"/>
                </a:solidFill>
                <a:latin typeface="Arial"/>
                <a:ea typeface="Arial"/>
                <a:cs typeface="Arial"/>
              </a:defRPr>
            </a:lvl5pPr>
            <a:lvl6pPr algn="l">
              <a:defRPr sz="900" b="1" i="0">
                <a:solidFill>
                  <a:srgbClr val="FFB8BD"/>
                </a:solidFill>
                <a:latin typeface="Arial"/>
                <a:ea typeface="Arial"/>
                <a:cs typeface="Arial"/>
              </a:defRPr>
            </a:lvl6pPr>
            <a:lvl7pPr algn="l">
              <a:defRPr sz="900" b="1" i="0">
                <a:solidFill>
                  <a:srgbClr val="FFB8BD"/>
                </a:solidFill>
                <a:latin typeface="Arial"/>
                <a:ea typeface="Arial"/>
                <a:cs typeface="Arial"/>
              </a:defRPr>
            </a:lvl7pPr>
            <a:lvl8pPr algn="l">
              <a:defRPr sz="900" b="1" i="0">
                <a:solidFill>
                  <a:srgbClr val="FFB8BD"/>
                </a:solidFill>
                <a:latin typeface="Arial"/>
                <a:ea typeface="Arial"/>
                <a:cs typeface="Arial"/>
              </a:defRPr>
            </a:lvl8pPr>
            <a:lvl9pPr algn="l">
              <a:defRPr sz="900" b="1" i="0">
                <a:solidFill>
                  <a:srgbClr val="FFB8BD"/>
                </a:solidFill>
                <a:latin typeface="Arial"/>
                <a:ea typeface="Arial"/>
                <a:cs typeface="Arial"/>
              </a:defRPr>
            </a:lvl9pPr>
          </a:lstStyle>
          <a:p xmlns:a="http://schemas.openxmlformats.org/drawingml/2006/main">
            <a:pPr algn="l">
              <a:lnSpc>
                <a:spcPct val="102000"/>
              </a:lnSpc>
              <a:buNone/>
              <a:defRPr sz="900" b="1" i="0">
                <a:solidFill>
                  <a:srgbClr val="FFB8BD"/>
                </a:solidFill>
                <a:latin typeface="Arial"/>
                <a:ea typeface="Arial"/>
                <a:cs typeface="Arial"/>
              </a:defRPr>
            </a:pPr>
            <a:r>
              <a:rPr sz="900" b="1" i="0">
                <a:solidFill>
                  <a:srgbClr val="FFB8BD"/>
                </a:solidFill>
                <a:latin typeface="Arial"/>
                <a:ea typeface="Arial"/>
                <a:cs typeface="Arial"/>
              </a:rPr>
              <a:t>PICASSENT Y ÁREA DE VALENCIA</a:t>
            </a:r>
          </a:p>
        </p:txBody>
      </p:sp>
      <p:sp>
        <p:nvSpPr>
          <p:cNvPr id="5" name="">
            <a:extLst xmlns:a="http://schemas.openxmlformats.org/drawingml/2006/main">
              <a:ext uri="{FF2B5EF4-FFF2-40B4-BE49-F238E27FC236}">
                <a16:creationId xmlns:a16="http://schemas.microsoft.com/office/drawing/2014/main" id="{BCEBE238-001A-43D0-865A-3A4B4DF2C6D7}"/>
              </a:ext>
            </a:extLst>
          </p:cNvPr>
          <p:cNvSpPr>
            <a:spLocks xmlns:a="http://schemas.openxmlformats.org/drawingml/2006/main" noGrp="1"/>
          </p:cNvSpPr>
          <p:nvPr/>
        </p:nvSpPr>
        <p:spPr>
          <a:xfrm xmlns:a="http://schemas.openxmlformats.org/drawingml/2006/main">
            <a:off x="762000" y="1028700"/>
            <a:ext cx="1066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850" b="0" i="0">
                <a:solidFill>
                  <a:srgbClr val="FFFFFF"/>
                </a:solidFill>
                <a:latin typeface="Georgia"/>
                <a:ea typeface="Georgia"/>
                <a:cs typeface="Georgia"/>
              </a:defRPr>
            </a:defPPr>
            <a:lvl1pPr algn="l">
              <a:defRPr sz="5850" b="0" i="0">
                <a:solidFill>
                  <a:srgbClr val="FFFFFF"/>
                </a:solidFill>
                <a:latin typeface="Georgia"/>
                <a:ea typeface="Georgia"/>
                <a:cs typeface="Georgia"/>
              </a:defRPr>
            </a:lvl1pPr>
            <a:lvl2pPr algn="l">
              <a:defRPr sz="5850" b="0" i="0">
                <a:solidFill>
                  <a:srgbClr val="FFFFFF"/>
                </a:solidFill>
                <a:latin typeface="Georgia"/>
                <a:ea typeface="Georgia"/>
                <a:cs typeface="Georgia"/>
              </a:defRPr>
            </a:lvl2pPr>
            <a:lvl3pPr algn="l">
              <a:defRPr sz="5850" b="0" i="0">
                <a:solidFill>
                  <a:srgbClr val="FFFFFF"/>
                </a:solidFill>
                <a:latin typeface="Georgia"/>
                <a:ea typeface="Georgia"/>
                <a:cs typeface="Georgia"/>
              </a:defRPr>
            </a:lvl3pPr>
            <a:lvl4pPr algn="l">
              <a:defRPr sz="5850" b="0" i="0">
                <a:solidFill>
                  <a:srgbClr val="FFFFFF"/>
                </a:solidFill>
                <a:latin typeface="Georgia"/>
                <a:ea typeface="Georgia"/>
                <a:cs typeface="Georgia"/>
              </a:defRPr>
            </a:lvl4pPr>
            <a:lvl5pPr algn="l">
              <a:defRPr sz="5850" b="0" i="0">
                <a:solidFill>
                  <a:srgbClr val="FFFFFF"/>
                </a:solidFill>
                <a:latin typeface="Georgia"/>
                <a:ea typeface="Georgia"/>
                <a:cs typeface="Georgia"/>
              </a:defRPr>
            </a:lvl5pPr>
            <a:lvl6pPr algn="l">
              <a:defRPr sz="5850" b="0" i="0">
                <a:solidFill>
                  <a:srgbClr val="FFFFFF"/>
                </a:solidFill>
                <a:latin typeface="Georgia"/>
                <a:ea typeface="Georgia"/>
                <a:cs typeface="Georgia"/>
              </a:defRPr>
            </a:lvl6pPr>
            <a:lvl7pPr algn="l">
              <a:defRPr sz="5850" b="0" i="0">
                <a:solidFill>
                  <a:srgbClr val="FFFFFF"/>
                </a:solidFill>
                <a:latin typeface="Georgia"/>
                <a:ea typeface="Georgia"/>
                <a:cs typeface="Georgia"/>
              </a:defRPr>
            </a:lvl7pPr>
            <a:lvl8pPr algn="l">
              <a:defRPr sz="5850" b="0" i="0">
                <a:solidFill>
                  <a:srgbClr val="FFFFFF"/>
                </a:solidFill>
                <a:latin typeface="Georgia"/>
                <a:ea typeface="Georgia"/>
                <a:cs typeface="Georgia"/>
              </a:defRPr>
            </a:lvl8pPr>
            <a:lvl9pPr algn="l">
              <a:defRPr sz="5850" b="0" i="0">
                <a:solidFill>
                  <a:srgbClr val="FFFFFF"/>
                </a:solidFill>
                <a:latin typeface="Georgia"/>
                <a:ea typeface="Georgia"/>
                <a:cs typeface="Georgia"/>
              </a:defRPr>
            </a:lvl9pPr>
          </a:lstStyle>
          <a:p xmlns:a="http://schemas.openxmlformats.org/drawingml/2006/main">
            <a:pPr algn="l">
              <a:lnSpc>
                <a:spcPct val="98000"/>
              </a:lnSpc>
              <a:buNone/>
              <a:defRPr sz="5850" b="0" i="0">
                <a:solidFill>
                  <a:srgbClr val="FFFFFF"/>
                </a:solidFill>
                <a:latin typeface="Georgia"/>
                <a:ea typeface="Georgia"/>
                <a:cs typeface="Georgia"/>
              </a:defRPr>
            </a:pPr>
            <a:r>
              <a:rPr sz="5850" b="0" i="0">
                <a:solidFill>
                  <a:srgbClr val="FFFFFF"/>
                </a:solidFill>
                <a:latin typeface="Georgia"/>
                <a:ea typeface="Georgia"/>
                <a:cs typeface="Georgia"/>
              </a:rPr>
              <a:t>Valencia, junto al puerto</a:t>
            </a:r>
          </a:p>
        </p:txBody>
      </p:sp>
      <p:sp>
        <p:nvSpPr>
          <p:cNvPr id="6" name="">
            <a:extLst xmlns:a="http://schemas.openxmlformats.org/drawingml/2006/main">
              <a:ext uri="{FF2B5EF4-FFF2-40B4-BE49-F238E27FC236}">
                <a16:creationId xmlns:a16="http://schemas.microsoft.com/office/drawing/2014/main" id="{7E937C3D-517E-4C5F-AAEB-8A2E21B807D2}"/>
              </a:ext>
            </a:extLst>
          </p:cNvPr>
          <p:cNvSpPr>
            <a:spLocks xmlns:a="http://schemas.openxmlformats.org/drawingml/2006/main" noGrp="1"/>
          </p:cNvSpPr>
          <p:nvPr/>
        </p:nvSpPr>
        <p:spPr>
          <a:xfrm xmlns:a="http://schemas.openxmlformats.org/drawingml/2006/main">
            <a:off x="762000" y="2809875"/>
            <a:ext cx="904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i="0">
                <a:solidFill>
                  <a:srgbClr val="FFFFFF"/>
                </a:solidFill>
                <a:latin typeface="Arial"/>
                <a:ea typeface="Arial"/>
                <a:cs typeface="Arial"/>
              </a:defRPr>
            </a:defPPr>
            <a:lvl1pPr algn="l">
              <a:defRPr sz="1875" b="0" i="0">
                <a:solidFill>
                  <a:srgbClr val="FFFFFF"/>
                </a:solidFill>
                <a:latin typeface="Arial"/>
                <a:ea typeface="Arial"/>
                <a:cs typeface="Arial"/>
              </a:defRPr>
            </a:lvl1pPr>
            <a:lvl2pPr algn="l">
              <a:defRPr sz="1875" b="0" i="0">
                <a:solidFill>
                  <a:srgbClr val="FFFFFF"/>
                </a:solidFill>
                <a:latin typeface="Arial"/>
                <a:ea typeface="Arial"/>
                <a:cs typeface="Arial"/>
              </a:defRPr>
            </a:lvl2pPr>
            <a:lvl3pPr algn="l">
              <a:defRPr sz="1875" b="0" i="0">
                <a:solidFill>
                  <a:srgbClr val="FFFFFF"/>
                </a:solidFill>
                <a:latin typeface="Arial"/>
                <a:ea typeface="Arial"/>
                <a:cs typeface="Arial"/>
              </a:defRPr>
            </a:lvl3pPr>
            <a:lvl4pPr algn="l">
              <a:defRPr sz="1875" b="0" i="0">
                <a:solidFill>
                  <a:srgbClr val="FFFFFF"/>
                </a:solidFill>
                <a:latin typeface="Arial"/>
                <a:ea typeface="Arial"/>
                <a:cs typeface="Arial"/>
              </a:defRPr>
            </a:lvl4pPr>
            <a:lvl5pPr algn="l">
              <a:defRPr sz="1875" b="0" i="0">
                <a:solidFill>
                  <a:srgbClr val="FFFFFF"/>
                </a:solidFill>
                <a:latin typeface="Arial"/>
                <a:ea typeface="Arial"/>
                <a:cs typeface="Arial"/>
              </a:defRPr>
            </a:lvl5pPr>
            <a:lvl6pPr algn="l">
              <a:defRPr sz="1875" b="0" i="0">
                <a:solidFill>
                  <a:srgbClr val="FFFFFF"/>
                </a:solidFill>
                <a:latin typeface="Arial"/>
                <a:ea typeface="Arial"/>
                <a:cs typeface="Arial"/>
              </a:defRPr>
            </a:lvl6pPr>
            <a:lvl7pPr algn="l">
              <a:defRPr sz="1875" b="0" i="0">
                <a:solidFill>
                  <a:srgbClr val="FFFFFF"/>
                </a:solidFill>
                <a:latin typeface="Arial"/>
                <a:ea typeface="Arial"/>
                <a:cs typeface="Arial"/>
              </a:defRPr>
            </a:lvl7pPr>
            <a:lvl8pPr algn="l">
              <a:defRPr sz="1875" b="0" i="0">
                <a:solidFill>
                  <a:srgbClr val="FFFFFF"/>
                </a:solidFill>
                <a:latin typeface="Arial"/>
                <a:ea typeface="Arial"/>
                <a:cs typeface="Arial"/>
              </a:defRPr>
            </a:lvl8pPr>
            <a:lvl9pPr algn="l">
              <a:defRPr sz="1875" b="0" i="0">
                <a:solidFill>
                  <a:srgbClr val="FFFFFF"/>
                </a:solidFill>
                <a:latin typeface="Arial"/>
                <a:ea typeface="Arial"/>
                <a:cs typeface="Arial"/>
              </a:defRPr>
            </a:lvl9pPr>
          </a:lstStyle>
          <a:p xmlns:a="http://schemas.openxmlformats.org/drawingml/2006/main">
            <a:pPr algn="l">
              <a:lnSpc>
                <a:spcPct val="102000"/>
              </a:lnSpc>
              <a:buNone/>
              <a:defRPr sz="1875" b="0" i="0">
                <a:solidFill>
                  <a:srgbClr val="FFFFFF"/>
                </a:solidFill>
                <a:latin typeface="Arial"/>
                <a:ea typeface="Arial"/>
                <a:cs typeface="Arial"/>
              </a:defRPr>
            </a:pPr>
            <a:r>
              <a:rPr sz="1875" b="0" i="0">
                <a:solidFill>
                  <a:srgbClr val="FFFFFF"/>
                </a:solidFill>
                <a:latin typeface="Arial"/>
                <a:ea typeface="Arial"/>
                <a:cs typeface="Arial"/>
              </a:rPr>
              <a:t>Contenedores para exportación e importación. Cuando el cliente lo necesita, Sertranin puede gestionar el despacho aduanero.</a:t>
            </a:r>
          </a:p>
        </p:txBody>
      </p:sp>
      <p:sp>
        <p:nvSpPr>
          <p:cNvPr id="7" name="">
            <a:extLst xmlns:a="http://schemas.openxmlformats.org/drawingml/2006/main">
              <a:ext uri="{FF2B5EF4-FFF2-40B4-BE49-F238E27FC236}">
                <a16:creationId xmlns:a16="http://schemas.microsoft.com/office/drawing/2014/main" id="{61F01B28-3CF4-4E48-89BD-F1B85DE6F3AD}"/>
              </a:ext>
            </a:extLst>
          </p:cNvPr>
          <p:cNvSpPr>
            <a:spLocks xmlns:a="http://schemas.openxmlformats.org/drawingml/2006/main" noGrp="1"/>
          </p:cNvSpPr>
          <p:nvPr/>
        </p:nvSpPr>
        <p:spPr>
          <a:xfrm xmlns:a="http://schemas.openxmlformats.org/drawingml/2006/main">
            <a:off x="762000" y="3848100"/>
            <a:ext cx="119062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99"/>
          </a:bodyPr>
          <a:lstStyle xmlns:a="http://schemas.openxmlformats.org/drawingml/2006/main">
            <a:defPPr algn="l">
              <a:defRPr sz="8550" b="0" i="0">
                <a:solidFill>
                  <a:srgbClr val="FF646D"/>
                </a:solidFill>
                <a:latin typeface="Georgia"/>
                <a:ea typeface="Georgia"/>
                <a:cs typeface="Georgia"/>
              </a:defRPr>
            </a:defPPr>
            <a:lvl1pPr algn="l">
              <a:defRPr sz="8550" b="0" i="0">
                <a:solidFill>
                  <a:srgbClr val="FF646D"/>
                </a:solidFill>
                <a:latin typeface="Georgia"/>
                <a:ea typeface="Georgia"/>
                <a:cs typeface="Georgia"/>
              </a:defRPr>
            </a:lvl1pPr>
            <a:lvl2pPr algn="l">
              <a:defRPr sz="8550" b="0" i="0">
                <a:solidFill>
                  <a:srgbClr val="FF646D"/>
                </a:solidFill>
                <a:latin typeface="Georgia"/>
                <a:ea typeface="Georgia"/>
                <a:cs typeface="Georgia"/>
              </a:defRPr>
            </a:lvl2pPr>
            <a:lvl3pPr algn="l">
              <a:defRPr sz="8550" b="0" i="0">
                <a:solidFill>
                  <a:srgbClr val="FF646D"/>
                </a:solidFill>
                <a:latin typeface="Georgia"/>
                <a:ea typeface="Georgia"/>
                <a:cs typeface="Georgia"/>
              </a:defRPr>
            </a:lvl3pPr>
            <a:lvl4pPr algn="l">
              <a:defRPr sz="8550" b="0" i="0">
                <a:solidFill>
                  <a:srgbClr val="FF646D"/>
                </a:solidFill>
                <a:latin typeface="Georgia"/>
                <a:ea typeface="Georgia"/>
                <a:cs typeface="Georgia"/>
              </a:defRPr>
            </a:lvl4pPr>
            <a:lvl5pPr algn="l">
              <a:defRPr sz="8550" b="0" i="0">
                <a:solidFill>
                  <a:srgbClr val="FF646D"/>
                </a:solidFill>
                <a:latin typeface="Georgia"/>
                <a:ea typeface="Georgia"/>
                <a:cs typeface="Georgia"/>
              </a:defRPr>
            </a:lvl5pPr>
            <a:lvl6pPr algn="l">
              <a:defRPr sz="8550" b="0" i="0">
                <a:solidFill>
                  <a:srgbClr val="FF646D"/>
                </a:solidFill>
                <a:latin typeface="Georgia"/>
                <a:ea typeface="Georgia"/>
                <a:cs typeface="Georgia"/>
              </a:defRPr>
            </a:lvl6pPr>
            <a:lvl7pPr algn="l">
              <a:defRPr sz="8550" b="0" i="0">
                <a:solidFill>
                  <a:srgbClr val="FF646D"/>
                </a:solidFill>
                <a:latin typeface="Georgia"/>
                <a:ea typeface="Georgia"/>
                <a:cs typeface="Georgia"/>
              </a:defRPr>
            </a:lvl7pPr>
            <a:lvl8pPr algn="l">
              <a:defRPr sz="8550" b="0" i="0">
                <a:solidFill>
                  <a:srgbClr val="FF646D"/>
                </a:solidFill>
                <a:latin typeface="Georgia"/>
                <a:ea typeface="Georgia"/>
                <a:cs typeface="Georgia"/>
              </a:defRPr>
            </a:lvl8pPr>
            <a:lvl9pPr algn="l">
              <a:defRPr sz="8550" b="0" i="0">
                <a:solidFill>
                  <a:srgbClr val="FF646D"/>
                </a:solidFill>
                <a:latin typeface="Georgia"/>
                <a:ea typeface="Georgia"/>
                <a:cs typeface="Georgia"/>
              </a:defRPr>
            </a:lvl9pPr>
          </a:lstStyle>
          <a:p xmlns:a="http://schemas.openxmlformats.org/drawingml/2006/main">
            <a:pPr algn="l">
              <a:lnSpc>
                <a:spcPct val="102000"/>
              </a:lnSpc>
              <a:buNone/>
              <a:defRPr sz="8550" b="0" i="0">
                <a:solidFill>
                  <a:srgbClr val="FF646D"/>
                </a:solidFill>
                <a:latin typeface="Georgia"/>
                <a:ea typeface="Georgia"/>
                <a:cs typeface="Georgia"/>
              </a:defRPr>
            </a:pPr>
            <a:r>
              <a:rPr sz="8550" b="0" i="0">
                <a:solidFill>
                  <a:srgbClr val="FF646D"/>
                </a:solidFill>
                <a:latin typeface="Georgia"/>
                <a:ea typeface="Georgia"/>
                <a:cs typeface="Georgia"/>
              </a:rPr>
              <a:t>2</a:t>
            </a:r>
          </a:p>
        </p:txBody>
      </p:sp>
      <p:sp>
        <p:nvSpPr>
          <p:cNvPr id="8" name="">
            <a:extLst xmlns:a="http://schemas.openxmlformats.org/drawingml/2006/main">
              <a:ext uri="{FF2B5EF4-FFF2-40B4-BE49-F238E27FC236}">
                <a16:creationId xmlns:a16="http://schemas.microsoft.com/office/drawing/2014/main" id="{A71049EC-53EB-41E2-9ED8-DCAACEA8B255}"/>
              </a:ext>
            </a:extLst>
          </p:cNvPr>
          <p:cNvSpPr>
            <a:spLocks xmlns:a="http://schemas.openxmlformats.org/drawingml/2006/main" noGrp="1"/>
          </p:cNvSpPr>
          <p:nvPr/>
        </p:nvSpPr>
        <p:spPr>
          <a:xfrm xmlns:a="http://schemas.openxmlformats.org/drawingml/2006/main">
            <a:off x="1952625" y="4143375"/>
            <a:ext cx="733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i="0">
                <a:solidFill>
                  <a:srgbClr val="FFFFFF"/>
                </a:solidFill>
                <a:latin typeface="Arial"/>
                <a:ea typeface="Arial"/>
                <a:cs typeface="Arial"/>
              </a:defRPr>
            </a:defPPr>
            <a:lvl1pPr algn="l">
              <a:defRPr sz="2100" b="0" i="0">
                <a:solidFill>
                  <a:srgbClr val="FFFFFF"/>
                </a:solidFill>
                <a:latin typeface="Arial"/>
                <a:ea typeface="Arial"/>
                <a:cs typeface="Arial"/>
              </a:defRPr>
            </a:lvl1pPr>
            <a:lvl2pPr algn="l">
              <a:defRPr sz="2100" b="0" i="0">
                <a:solidFill>
                  <a:srgbClr val="FFFFFF"/>
                </a:solidFill>
                <a:latin typeface="Arial"/>
                <a:ea typeface="Arial"/>
                <a:cs typeface="Arial"/>
              </a:defRPr>
            </a:lvl2pPr>
            <a:lvl3pPr algn="l">
              <a:defRPr sz="2100" b="0" i="0">
                <a:solidFill>
                  <a:srgbClr val="FFFFFF"/>
                </a:solidFill>
                <a:latin typeface="Arial"/>
                <a:ea typeface="Arial"/>
                <a:cs typeface="Arial"/>
              </a:defRPr>
            </a:lvl3pPr>
            <a:lvl4pPr algn="l">
              <a:defRPr sz="2100" b="0" i="0">
                <a:solidFill>
                  <a:srgbClr val="FFFFFF"/>
                </a:solidFill>
                <a:latin typeface="Arial"/>
                <a:ea typeface="Arial"/>
                <a:cs typeface="Arial"/>
              </a:defRPr>
            </a:lvl4pPr>
            <a:lvl5pPr algn="l">
              <a:defRPr sz="2100" b="0" i="0">
                <a:solidFill>
                  <a:srgbClr val="FFFFFF"/>
                </a:solidFill>
                <a:latin typeface="Arial"/>
                <a:ea typeface="Arial"/>
                <a:cs typeface="Arial"/>
              </a:defRPr>
            </a:lvl5pPr>
            <a:lvl6pPr algn="l">
              <a:defRPr sz="2100" b="0" i="0">
                <a:solidFill>
                  <a:srgbClr val="FFFFFF"/>
                </a:solidFill>
                <a:latin typeface="Arial"/>
                <a:ea typeface="Arial"/>
                <a:cs typeface="Arial"/>
              </a:defRPr>
            </a:lvl6pPr>
            <a:lvl7pPr algn="l">
              <a:defRPr sz="2100" b="0" i="0">
                <a:solidFill>
                  <a:srgbClr val="FFFFFF"/>
                </a:solidFill>
                <a:latin typeface="Arial"/>
                <a:ea typeface="Arial"/>
                <a:cs typeface="Arial"/>
              </a:defRPr>
            </a:lvl7pPr>
            <a:lvl8pPr algn="l">
              <a:defRPr sz="2100" b="0" i="0">
                <a:solidFill>
                  <a:srgbClr val="FFFFFF"/>
                </a:solidFill>
                <a:latin typeface="Arial"/>
                <a:ea typeface="Arial"/>
                <a:cs typeface="Arial"/>
              </a:defRPr>
            </a:lvl8pPr>
            <a:lvl9pPr algn="l">
              <a:defRPr sz="2100" b="0" i="0">
                <a:solidFill>
                  <a:srgbClr val="FFFFFF"/>
                </a:solidFill>
                <a:latin typeface="Arial"/>
                <a:ea typeface="Arial"/>
                <a:cs typeface="Arial"/>
              </a:defRPr>
            </a:lvl9pPr>
          </a:lstStyle>
          <a:p xmlns:a="http://schemas.openxmlformats.org/drawingml/2006/main">
            <a:pPr algn="l">
              <a:lnSpc>
                <a:spcPct val="102000"/>
              </a:lnSpc>
              <a:buNone/>
              <a:defRPr sz="2100" b="0" i="0">
                <a:solidFill>
                  <a:srgbClr val="FFFFFF"/>
                </a:solidFill>
                <a:latin typeface="Arial"/>
                <a:ea typeface="Arial"/>
                <a:cs typeface="Arial"/>
              </a:defRPr>
            </a:pPr>
            <a:r>
              <a:rPr sz="2100" b="0" i="0">
                <a:solidFill>
                  <a:srgbClr val="FFFFFF"/>
                </a:solidFill>
                <a:latin typeface="Arial"/>
                <a:ea typeface="Arial"/>
                <a:cs typeface="Arial"/>
              </a:rPr>
              <a:t>almacenes bajo régimen aduanero en el área de Valencia</a:t>
            </a:r>
          </a:p>
        </p:txBody>
      </p:sp>
      <p:sp>
        <p:nvSpPr>
          <p:cNvPr id="9" name="">
            <a:extLst xmlns:a="http://schemas.openxmlformats.org/drawingml/2006/main">
              <a:ext uri="{FF2B5EF4-FFF2-40B4-BE49-F238E27FC236}">
                <a16:creationId xmlns:a16="http://schemas.microsoft.com/office/drawing/2014/main" id="{822EFB0B-2FC2-49B4-8916-661EC5F61370}"/>
              </a:ext>
            </a:extLst>
          </p:cNvPr>
          <p:cNvSpPr>
            <a:spLocks xmlns:a="http://schemas.openxmlformats.org/drawingml/2006/main" noGrp="1"/>
          </p:cNvSpPr>
          <p:nvPr/>
        </p:nvSpPr>
        <p:spPr>
          <a:xfrm xmlns:a="http://schemas.openxmlformats.org/drawingml/2006/main">
            <a:off x="762000" y="5257800"/>
            <a:ext cx="10668000" cy="9525"/>
          </a:xfrm>
          <a:prstGeom xmlns:a="http://schemas.openxmlformats.org/drawingml/2006/main" prst="rect">
            <a:avLst/>
          </a:prstGeom>
          <a:solidFill xmlns:a="http://schemas.openxmlformats.org/drawingml/2006/main">
            <a:srgbClr val="FFFFFF">
              <a:alpha val="50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88A8FCE-8D19-4AFC-98F8-27E958DD4730}"/>
              </a:ext>
            </a:extLst>
          </p:cNvPr>
          <p:cNvSpPr>
            <a:spLocks xmlns:a="http://schemas.openxmlformats.org/drawingml/2006/main" noGrp="1"/>
          </p:cNvSpPr>
          <p:nvPr/>
        </p:nvSpPr>
        <p:spPr>
          <a:xfrm xmlns:a="http://schemas.openxmlformats.org/drawingml/2006/main">
            <a:off x="762000" y="542925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FFFFF"/>
                </a:solidFill>
                <a:latin typeface="Arial"/>
                <a:ea typeface="Arial"/>
                <a:cs typeface="Arial"/>
              </a:defRPr>
            </a:defPPr>
            <a:lvl1pPr algn="l">
              <a:defRPr sz="1275" b="0" i="0">
                <a:solidFill>
                  <a:srgbClr val="FFFFFF"/>
                </a:solidFill>
                <a:latin typeface="Arial"/>
                <a:ea typeface="Arial"/>
                <a:cs typeface="Arial"/>
              </a:defRPr>
            </a:lvl1pPr>
            <a:lvl2pPr algn="l">
              <a:defRPr sz="1275" b="0" i="0">
                <a:solidFill>
                  <a:srgbClr val="FFFFFF"/>
                </a:solidFill>
                <a:latin typeface="Arial"/>
                <a:ea typeface="Arial"/>
                <a:cs typeface="Arial"/>
              </a:defRPr>
            </a:lvl2pPr>
            <a:lvl3pPr algn="l">
              <a:defRPr sz="1275" b="0" i="0">
                <a:solidFill>
                  <a:srgbClr val="FFFFFF"/>
                </a:solidFill>
                <a:latin typeface="Arial"/>
                <a:ea typeface="Arial"/>
                <a:cs typeface="Arial"/>
              </a:defRPr>
            </a:lvl3pPr>
            <a:lvl4pPr algn="l">
              <a:defRPr sz="1275" b="0" i="0">
                <a:solidFill>
                  <a:srgbClr val="FFFFFF"/>
                </a:solidFill>
                <a:latin typeface="Arial"/>
                <a:ea typeface="Arial"/>
                <a:cs typeface="Arial"/>
              </a:defRPr>
            </a:lvl4pPr>
            <a:lvl5pPr algn="l">
              <a:defRPr sz="1275" b="0" i="0">
                <a:solidFill>
                  <a:srgbClr val="FFFFFF"/>
                </a:solidFill>
                <a:latin typeface="Arial"/>
                <a:ea typeface="Arial"/>
                <a:cs typeface="Arial"/>
              </a:defRPr>
            </a:lvl5pPr>
            <a:lvl6pPr algn="l">
              <a:defRPr sz="1275" b="0" i="0">
                <a:solidFill>
                  <a:srgbClr val="FFFFFF"/>
                </a:solidFill>
                <a:latin typeface="Arial"/>
                <a:ea typeface="Arial"/>
                <a:cs typeface="Arial"/>
              </a:defRPr>
            </a:lvl6pPr>
            <a:lvl7pPr algn="l">
              <a:defRPr sz="1275" b="0" i="0">
                <a:solidFill>
                  <a:srgbClr val="FFFFFF"/>
                </a:solidFill>
                <a:latin typeface="Arial"/>
                <a:ea typeface="Arial"/>
                <a:cs typeface="Arial"/>
              </a:defRPr>
            </a:lvl7pPr>
            <a:lvl8pPr algn="l">
              <a:defRPr sz="1275" b="0" i="0">
                <a:solidFill>
                  <a:srgbClr val="FFFFFF"/>
                </a:solidFill>
                <a:latin typeface="Arial"/>
                <a:ea typeface="Arial"/>
                <a:cs typeface="Arial"/>
              </a:defRPr>
            </a:lvl8pPr>
            <a:lvl9pPr algn="l">
              <a:defRPr sz="1275" b="0" i="0">
                <a:solidFill>
                  <a:srgbClr val="FFFFFF"/>
                </a:solidFill>
                <a:latin typeface="Arial"/>
                <a:ea typeface="Arial"/>
                <a:cs typeface="Arial"/>
              </a:defRPr>
            </a:lvl9pPr>
          </a:lstStyle>
          <a:p xmlns:a="http://schemas.openxmlformats.org/drawingml/2006/main">
            <a:pPr algn="l">
              <a:lnSpc>
                <a:spcPct val="102000"/>
              </a:lnSpc>
              <a:buNone/>
              <a:defRPr sz="1275" b="0" i="0">
                <a:solidFill>
                  <a:srgbClr val="FFFFFF"/>
                </a:solidFill>
                <a:latin typeface="Arial"/>
                <a:ea typeface="Arial"/>
                <a:cs typeface="Arial"/>
              </a:defRPr>
            </a:pPr>
            <a:r>
              <a:rPr sz="1275" b="0" i="0">
                <a:solidFill>
                  <a:srgbClr val="FFFFFF"/>
                </a:solidFill>
                <a:latin typeface="Arial"/>
                <a:ea typeface="Arial"/>
                <a:cs typeface="Arial"/>
              </a:rPr>
              <a:t>Almacenaje</a:t>
            </a:r>
          </a:p>
        </p:txBody>
      </p:sp>
      <p:sp>
        <p:nvSpPr>
          <p:cNvPr id="11" name="">
            <a:extLst xmlns:a="http://schemas.openxmlformats.org/drawingml/2006/main">
              <a:ext uri="{FF2B5EF4-FFF2-40B4-BE49-F238E27FC236}">
                <a16:creationId xmlns:a16="http://schemas.microsoft.com/office/drawing/2014/main" id="{84738E06-62C1-4115-802E-A9E5C0C0E92C}"/>
              </a:ext>
            </a:extLst>
          </p:cNvPr>
          <p:cNvSpPr>
            <a:spLocks xmlns:a="http://schemas.openxmlformats.org/drawingml/2006/main" noGrp="1"/>
          </p:cNvSpPr>
          <p:nvPr/>
        </p:nvSpPr>
        <p:spPr>
          <a:xfrm xmlns:a="http://schemas.openxmlformats.org/drawingml/2006/main">
            <a:off x="5905500" y="542925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FFFFF"/>
                </a:solidFill>
                <a:latin typeface="Arial"/>
                <a:ea typeface="Arial"/>
                <a:cs typeface="Arial"/>
              </a:defRPr>
            </a:defPPr>
            <a:lvl1pPr algn="l">
              <a:defRPr sz="1275" b="0" i="0">
                <a:solidFill>
                  <a:srgbClr val="FFFFFF"/>
                </a:solidFill>
                <a:latin typeface="Arial"/>
                <a:ea typeface="Arial"/>
                <a:cs typeface="Arial"/>
              </a:defRPr>
            </a:lvl1pPr>
            <a:lvl2pPr algn="l">
              <a:defRPr sz="1275" b="0" i="0">
                <a:solidFill>
                  <a:srgbClr val="FFFFFF"/>
                </a:solidFill>
                <a:latin typeface="Arial"/>
                <a:ea typeface="Arial"/>
                <a:cs typeface="Arial"/>
              </a:defRPr>
            </a:lvl2pPr>
            <a:lvl3pPr algn="l">
              <a:defRPr sz="1275" b="0" i="0">
                <a:solidFill>
                  <a:srgbClr val="FFFFFF"/>
                </a:solidFill>
                <a:latin typeface="Arial"/>
                <a:ea typeface="Arial"/>
                <a:cs typeface="Arial"/>
              </a:defRPr>
            </a:lvl3pPr>
            <a:lvl4pPr algn="l">
              <a:defRPr sz="1275" b="0" i="0">
                <a:solidFill>
                  <a:srgbClr val="FFFFFF"/>
                </a:solidFill>
                <a:latin typeface="Arial"/>
                <a:ea typeface="Arial"/>
                <a:cs typeface="Arial"/>
              </a:defRPr>
            </a:lvl4pPr>
            <a:lvl5pPr algn="l">
              <a:defRPr sz="1275" b="0" i="0">
                <a:solidFill>
                  <a:srgbClr val="FFFFFF"/>
                </a:solidFill>
                <a:latin typeface="Arial"/>
                <a:ea typeface="Arial"/>
                <a:cs typeface="Arial"/>
              </a:defRPr>
            </a:lvl5pPr>
            <a:lvl6pPr algn="l">
              <a:defRPr sz="1275" b="0" i="0">
                <a:solidFill>
                  <a:srgbClr val="FFFFFF"/>
                </a:solidFill>
                <a:latin typeface="Arial"/>
                <a:ea typeface="Arial"/>
                <a:cs typeface="Arial"/>
              </a:defRPr>
            </a:lvl6pPr>
            <a:lvl7pPr algn="l">
              <a:defRPr sz="1275" b="0" i="0">
                <a:solidFill>
                  <a:srgbClr val="FFFFFF"/>
                </a:solidFill>
                <a:latin typeface="Arial"/>
                <a:ea typeface="Arial"/>
                <a:cs typeface="Arial"/>
              </a:defRPr>
            </a:lvl7pPr>
            <a:lvl8pPr algn="l">
              <a:defRPr sz="1275" b="0" i="0">
                <a:solidFill>
                  <a:srgbClr val="FFFFFF"/>
                </a:solidFill>
                <a:latin typeface="Arial"/>
                <a:ea typeface="Arial"/>
                <a:cs typeface="Arial"/>
              </a:defRPr>
            </a:lvl8pPr>
            <a:lvl9pPr algn="l">
              <a:defRPr sz="1275" b="0" i="0">
                <a:solidFill>
                  <a:srgbClr val="FFFFFF"/>
                </a:solidFill>
                <a:latin typeface="Arial"/>
                <a:ea typeface="Arial"/>
                <a:cs typeface="Arial"/>
              </a:defRPr>
            </a:lvl9pPr>
          </a:lstStyle>
          <a:p xmlns:a="http://schemas.openxmlformats.org/drawingml/2006/main">
            <a:pPr algn="l">
              <a:lnSpc>
                <a:spcPct val="102000"/>
              </a:lnSpc>
              <a:buNone/>
              <a:defRPr sz="1275" b="0" i="0">
                <a:solidFill>
                  <a:srgbClr val="FFFFFF"/>
                </a:solidFill>
                <a:latin typeface="Arial"/>
                <a:ea typeface="Arial"/>
                <a:cs typeface="Arial"/>
              </a:defRPr>
            </a:pPr>
            <a:r>
              <a:rPr sz="1275" b="0" i="0">
                <a:solidFill>
                  <a:srgbClr val="FFFFFF"/>
                </a:solidFill>
                <a:latin typeface="Arial"/>
                <a:ea typeface="Arial"/>
                <a:cs typeface="Arial"/>
              </a:rPr>
              <a:t>Stock</a:t>
            </a:r>
          </a:p>
        </p:txBody>
      </p:sp>
      <p:sp>
        <p:nvSpPr>
          <p:cNvPr id="12" name="">
            <a:extLst xmlns:a="http://schemas.openxmlformats.org/drawingml/2006/main">
              <a:ext uri="{FF2B5EF4-FFF2-40B4-BE49-F238E27FC236}">
                <a16:creationId xmlns:a16="http://schemas.microsoft.com/office/drawing/2014/main" id="{409CB10F-7764-4553-A314-E5794568169C}"/>
              </a:ext>
            </a:extLst>
          </p:cNvPr>
          <p:cNvSpPr>
            <a:spLocks xmlns:a="http://schemas.openxmlformats.org/drawingml/2006/main" noGrp="1"/>
          </p:cNvSpPr>
          <p:nvPr/>
        </p:nvSpPr>
        <p:spPr>
          <a:xfrm xmlns:a="http://schemas.openxmlformats.org/drawingml/2006/main">
            <a:off x="762000" y="575310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FFFFF"/>
                </a:solidFill>
                <a:latin typeface="Arial"/>
                <a:ea typeface="Arial"/>
                <a:cs typeface="Arial"/>
              </a:defRPr>
            </a:defPPr>
            <a:lvl1pPr algn="l">
              <a:defRPr sz="1275" b="0" i="0">
                <a:solidFill>
                  <a:srgbClr val="FFFFFF"/>
                </a:solidFill>
                <a:latin typeface="Arial"/>
                <a:ea typeface="Arial"/>
                <a:cs typeface="Arial"/>
              </a:defRPr>
            </a:lvl1pPr>
            <a:lvl2pPr algn="l">
              <a:defRPr sz="1275" b="0" i="0">
                <a:solidFill>
                  <a:srgbClr val="FFFFFF"/>
                </a:solidFill>
                <a:latin typeface="Arial"/>
                <a:ea typeface="Arial"/>
                <a:cs typeface="Arial"/>
              </a:defRPr>
            </a:lvl2pPr>
            <a:lvl3pPr algn="l">
              <a:defRPr sz="1275" b="0" i="0">
                <a:solidFill>
                  <a:srgbClr val="FFFFFF"/>
                </a:solidFill>
                <a:latin typeface="Arial"/>
                <a:ea typeface="Arial"/>
                <a:cs typeface="Arial"/>
              </a:defRPr>
            </a:lvl3pPr>
            <a:lvl4pPr algn="l">
              <a:defRPr sz="1275" b="0" i="0">
                <a:solidFill>
                  <a:srgbClr val="FFFFFF"/>
                </a:solidFill>
                <a:latin typeface="Arial"/>
                <a:ea typeface="Arial"/>
                <a:cs typeface="Arial"/>
              </a:defRPr>
            </a:lvl4pPr>
            <a:lvl5pPr algn="l">
              <a:defRPr sz="1275" b="0" i="0">
                <a:solidFill>
                  <a:srgbClr val="FFFFFF"/>
                </a:solidFill>
                <a:latin typeface="Arial"/>
                <a:ea typeface="Arial"/>
                <a:cs typeface="Arial"/>
              </a:defRPr>
            </a:lvl5pPr>
            <a:lvl6pPr algn="l">
              <a:defRPr sz="1275" b="0" i="0">
                <a:solidFill>
                  <a:srgbClr val="FFFFFF"/>
                </a:solidFill>
                <a:latin typeface="Arial"/>
                <a:ea typeface="Arial"/>
                <a:cs typeface="Arial"/>
              </a:defRPr>
            </a:lvl6pPr>
            <a:lvl7pPr algn="l">
              <a:defRPr sz="1275" b="0" i="0">
                <a:solidFill>
                  <a:srgbClr val="FFFFFF"/>
                </a:solidFill>
                <a:latin typeface="Arial"/>
                <a:ea typeface="Arial"/>
                <a:cs typeface="Arial"/>
              </a:defRPr>
            </a:lvl7pPr>
            <a:lvl8pPr algn="l">
              <a:defRPr sz="1275" b="0" i="0">
                <a:solidFill>
                  <a:srgbClr val="FFFFFF"/>
                </a:solidFill>
                <a:latin typeface="Arial"/>
                <a:ea typeface="Arial"/>
                <a:cs typeface="Arial"/>
              </a:defRPr>
            </a:lvl8pPr>
            <a:lvl9pPr algn="l">
              <a:defRPr sz="1275" b="0" i="0">
                <a:solidFill>
                  <a:srgbClr val="FFFFFF"/>
                </a:solidFill>
                <a:latin typeface="Arial"/>
                <a:ea typeface="Arial"/>
                <a:cs typeface="Arial"/>
              </a:defRPr>
            </a:lvl9pPr>
          </a:lstStyle>
          <a:p xmlns:a="http://schemas.openxmlformats.org/drawingml/2006/main">
            <a:pPr algn="l">
              <a:lnSpc>
                <a:spcPct val="102000"/>
              </a:lnSpc>
              <a:buNone/>
              <a:defRPr sz="1275" b="0" i="0">
                <a:solidFill>
                  <a:srgbClr val="FFFFFF"/>
                </a:solidFill>
                <a:latin typeface="Arial"/>
                <a:ea typeface="Arial"/>
                <a:cs typeface="Arial"/>
              </a:defRPr>
            </a:pPr>
            <a:r>
              <a:rPr sz="1275" b="0" i="0">
                <a:solidFill>
                  <a:srgbClr val="FFFFFF"/>
                </a:solidFill>
                <a:latin typeface="Arial"/>
                <a:ea typeface="Arial"/>
                <a:cs typeface="Arial"/>
              </a:rPr>
              <a:t>Preparación de pedidos</a:t>
            </a:r>
          </a:p>
        </p:txBody>
      </p:sp>
      <p:sp>
        <p:nvSpPr>
          <p:cNvPr id="13" name="">
            <a:extLst xmlns:a="http://schemas.openxmlformats.org/drawingml/2006/main">
              <a:ext uri="{FF2B5EF4-FFF2-40B4-BE49-F238E27FC236}">
                <a16:creationId xmlns:a16="http://schemas.microsoft.com/office/drawing/2014/main" id="{940B12CA-AAD1-482C-BFE4-B9BC79C67A43}"/>
              </a:ext>
            </a:extLst>
          </p:cNvPr>
          <p:cNvSpPr>
            <a:spLocks xmlns:a="http://schemas.openxmlformats.org/drawingml/2006/main" noGrp="1"/>
          </p:cNvSpPr>
          <p:nvPr/>
        </p:nvSpPr>
        <p:spPr>
          <a:xfrm xmlns:a="http://schemas.openxmlformats.org/drawingml/2006/main">
            <a:off x="5905500" y="575310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FFFFF"/>
                </a:solidFill>
                <a:latin typeface="Arial"/>
                <a:ea typeface="Arial"/>
                <a:cs typeface="Arial"/>
              </a:defRPr>
            </a:defPPr>
            <a:lvl1pPr algn="l">
              <a:defRPr sz="1275" b="0" i="0">
                <a:solidFill>
                  <a:srgbClr val="FFFFFF"/>
                </a:solidFill>
                <a:latin typeface="Arial"/>
                <a:ea typeface="Arial"/>
                <a:cs typeface="Arial"/>
              </a:defRPr>
            </a:lvl1pPr>
            <a:lvl2pPr algn="l">
              <a:defRPr sz="1275" b="0" i="0">
                <a:solidFill>
                  <a:srgbClr val="FFFFFF"/>
                </a:solidFill>
                <a:latin typeface="Arial"/>
                <a:ea typeface="Arial"/>
                <a:cs typeface="Arial"/>
              </a:defRPr>
            </a:lvl2pPr>
            <a:lvl3pPr algn="l">
              <a:defRPr sz="1275" b="0" i="0">
                <a:solidFill>
                  <a:srgbClr val="FFFFFF"/>
                </a:solidFill>
                <a:latin typeface="Arial"/>
                <a:ea typeface="Arial"/>
                <a:cs typeface="Arial"/>
              </a:defRPr>
            </a:lvl3pPr>
            <a:lvl4pPr algn="l">
              <a:defRPr sz="1275" b="0" i="0">
                <a:solidFill>
                  <a:srgbClr val="FFFFFF"/>
                </a:solidFill>
                <a:latin typeface="Arial"/>
                <a:ea typeface="Arial"/>
                <a:cs typeface="Arial"/>
              </a:defRPr>
            </a:lvl4pPr>
            <a:lvl5pPr algn="l">
              <a:defRPr sz="1275" b="0" i="0">
                <a:solidFill>
                  <a:srgbClr val="FFFFFF"/>
                </a:solidFill>
                <a:latin typeface="Arial"/>
                <a:ea typeface="Arial"/>
                <a:cs typeface="Arial"/>
              </a:defRPr>
            </a:lvl5pPr>
            <a:lvl6pPr algn="l">
              <a:defRPr sz="1275" b="0" i="0">
                <a:solidFill>
                  <a:srgbClr val="FFFFFF"/>
                </a:solidFill>
                <a:latin typeface="Arial"/>
                <a:ea typeface="Arial"/>
                <a:cs typeface="Arial"/>
              </a:defRPr>
            </a:lvl6pPr>
            <a:lvl7pPr algn="l">
              <a:defRPr sz="1275" b="0" i="0">
                <a:solidFill>
                  <a:srgbClr val="FFFFFF"/>
                </a:solidFill>
                <a:latin typeface="Arial"/>
                <a:ea typeface="Arial"/>
                <a:cs typeface="Arial"/>
              </a:defRPr>
            </a:lvl7pPr>
            <a:lvl8pPr algn="l">
              <a:defRPr sz="1275" b="0" i="0">
                <a:solidFill>
                  <a:srgbClr val="FFFFFF"/>
                </a:solidFill>
                <a:latin typeface="Arial"/>
                <a:ea typeface="Arial"/>
                <a:cs typeface="Arial"/>
              </a:defRPr>
            </a:lvl8pPr>
            <a:lvl9pPr algn="l">
              <a:defRPr sz="1275" b="0" i="0">
                <a:solidFill>
                  <a:srgbClr val="FFFFFF"/>
                </a:solidFill>
                <a:latin typeface="Arial"/>
                <a:ea typeface="Arial"/>
                <a:cs typeface="Arial"/>
              </a:defRPr>
            </a:lvl9pPr>
          </a:lstStyle>
          <a:p xmlns:a="http://schemas.openxmlformats.org/drawingml/2006/main">
            <a:pPr algn="l">
              <a:lnSpc>
                <a:spcPct val="102000"/>
              </a:lnSpc>
              <a:buNone/>
              <a:defRPr sz="1275" b="0" i="0">
                <a:solidFill>
                  <a:srgbClr val="FFFFFF"/>
                </a:solidFill>
                <a:latin typeface="Arial"/>
                <a:ea typeface="Arial"/>
                <a:cs typeface="Arial"/>
              </a:defRPr>
            </a:pPr>
            <a:r>
              <a:rPr sz="1275" b="0" i="0">
                <a:solidFill>
                  <a:srgbClr val="FFFFFF"/>
                </a:solidFill>
                <a:latin typeface="Arial"/>
                <a:ea typeface="Arial"/>
                <a:cs typeface="Arial"/>
              </a:rPr>
              <a:t>Distribución nacional e internacional</a:t>
            </a:r>
          </a:p>
        </p:txBody>
      </p:sp>
      <p:sp>
        <p:nvSpPr>
          <p:cNvPr id="14" name="">
            <a:extLst xmlns:a="http://schemas.openxmlformats.org/drawingml/2006/main">
              <a:ext uri="{FF2B5EF4-FFF2-40B4-BE49-F238E27FC236}">
                <a16:creationId xmlns:a16="http://schemas.microsoft.com/office/drawing/2014/main" id="{F54B863B-723F-4701-869D-806E051B6600}"/>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FFFFFF">
              <a:alpha val="35000"/>
            </a:srgbClr>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A0DB810-6114-4C92-BE74-B39A4845E74E}"/>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0CDCD"/>
                </a:solidFill>
                <a:latin typeface="Arial"/>
                <a:ea typeface="Arial"/>
                <a:cs typeface="Arial"/>
              </a:defRPr>
            </a:defPPr>
            <a:lvl1pPr algn="l">
              <a:defRPr sz="825" b="1" i="0">
                <a:solidFill>
                  <a:srgbClr val="E0CDCD"/>
                </a:solidFill>
                <a:latin typeface="Arial"/>
                <a:ea typeface="Arial"/>
                <a:cs typeface="Arial"/>
              </a:defRPr>
            </a:lvl1pPr>
            <a:lvl2pPr algn="l">
              <a:defRPr sz="825" b="1" i="0">
                <a:solidFill>
                  <a:srgbClr val="E0CDCD"/>
                </a:solidFill>
                <a:latin typeface="Arial"/>
                <a:ea typeface="Arial"/>
                <a:cs typeface="Arial"/>
              </a:defRPr>
            </a:lvl2pPr>
            <a:lvl3pPr algn="l">
              <a:defRPr sz="825" b="1" i="0">
                <a:solidFill>
                  <a:srgbClr val="E0CDCD"/>
                </a:solidFill>
                <a:latin typeface="Arial"/>
                <a:ea typeface="Arial"/>
                <a:cs typeface="Arial"/>
              </a:defRPr>
            </a:lvl3pPr>
            <a:lvl4pPr algn="l">
              <a:defRPr sz="825" b="1" i="0">
                <a:solidFill>
                  <a:srgbClr val="E0CDCD"/>
                </a:solidFill>
                <a:latin typeface="Arial"/>
                <a:ea typeface="Arial"/>
                <a:cs typeface="Arial"/>
              </a:defRPr>
            </a:lvl4pPr>
            <a:lvl5pPr algn="l">
              <a:defRPr sz="825" b="1" i="0">
                <a:solidFill>
                  <a:srgbClr val="E0CDCD"/>
                </a:solidFill>
                <a:latin typeface="Arial"/>
                <a:ea typeface="Arial"/>
                <a:cs typeface="Arial"/>
              </a:defRPr>
            </a:lvl5pPr>
            <a:lvl6pPr algn="l">
              <a:defRPr sz="825" b="1" i="0">
                <a:solidFill>
                  <a:srgbClr val="E0CDCD"/>
                </a:solidFill>
                <a:latin typeface="Arial"/>
                <a:ea typeface="Arial"/>
                <a:cs typeface="Arial"/>
              </a:defRPr>
            </a:lvl6pPr>
            <a:lvl7pPr algn="l">
              <a:defRPr sz="825" b="1" i="0">
                <a:solidFill>
                  <a:srgbClr val="E0CDCD"/>
                </a:solidFill>
                <a:latin typeface="Arial"/>
                <a:ea typeface="Arial"/>
                <a:cs typeface="Arial"/>
              </a:defRPr>
            </a:lvl7pPr>
            <a:lvl8pPr algn="l">
              <a:defRPr sz="825" b="1" i="0">
                <a:solidFill>
                  <a:srgbClr val="E0CDCD"/>
                </a:solidFill>
                <a:latin typeface="Arial"/>
                <a:ea typeface="Arial"/>
                <a:cs typeface="Arial"/>
              </a:defRPr>
            </a:lvl8pPr>
            <a:lvl9pPr algn="l">
              <a:defRPr sz="825" b="1" i="0">
                <a:solidFill>
                  <a:srgbClr val="E0CDCD"/>
                </a:solidFill>
                <a:latin typeface="Arial"/>
                <a:ea typeface="Arial"/>
                <a:cs typeface="Arial"/>
              </a:defRPr>
            </a:lvl9pPr>
          </a:lstStyle>
          <a:p xmlns:a="http://schemas.openxmlformats.org/drawingml/2006/main">
            <a:pPr algn="l">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PICASSENT Y ÁREA DE VALENCIA</a:t>
            </a:r>
          </a:p>
        </p:txBody>
      </p:sp>
      <p:sp>
        <p:nvSpPr>
          <p:cNvPr id="16" name="">
            <a:extLst xmlns:a="http://schemas.openxmlformats.org/drawingml/2006/main">
              <a:ext uri="{FF2B5EF4-FFF2-40B4-BE49-F238E27FC236}">
                <a16:creationId xmlns:a16="http://schemas.microsoft.com/office/drawing/2014/main" id="{3C06BB1F-4C5E-4168-9743-FD18CE9C9637}"/>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E0CDCD"/>
                </a:solidFill>
                <a:latin typeface="Arial"/>
                <a:ea typeface="Arial"/>
                <a:cs typeface="Arial"/>
              </a:defRPr>
            </a:defPPr>
            <a:lvl1pPr algn="r">
              <a:defRPr sz="825" b="1" i="0">
                <a:solidFill>
                  <a:srgbClr val="E0CDCD"/>
                </a:solidFill>
                <a:latin typeface="Arial"/>
                <a:ea typeface="Arial"/>
                <a:cs typeface="Arial"/>
              </a:defRPr>
            </a:lvl1pPr>
            <a:lvl2pPr algn="r">
              <a:defRPr sz="825" b="1" i="0">
                <a:solidFill>
                  <a:srgbClr val="E0CDCD"/>
                </a:solidFill>
                <a:latin typeface="Arial"/>
                <a:ea typeface="Arial"/>
                <a:cs typeface="Arial"/>
              </a:defRPr>
            </a:lvl2pPr>
            <a:lvl3pPr algn="r">
              <a:defRPr sz="825" b="1" i="0">
                <a:solidFill>
                  <a:srgbClr val="E0CDCD"/>
                </a:solidFill>
                <a:latin typeface="Arial"/>
                <a:ea typeface="Arial"/>
                <a:cs typeface="Arial"/>
              </a:defRPr>
            </a:lvl3pPr>
            <a:lvl4pPr algn="r">
              <a:defRPr sz="825" b="1" i="0">
                <a:solidFill>
                  <a:srgbClr val="E0CDCD"/>
                </a:solidFill>
                <a:latin typeface="Arial"/>
                <a:ea typeface="Arial"/>
                <a:cs typeface="Arial"/>
              </a:defRPr>
            </a:lvl4pPr>
            <a:lvl5pPr algn="r">
              <a:defRPr sz="825" b="1" i="0">
                <a:solidFill>
                  <a:srgbClr val="E0CDCD"/>
                </a:solidFill>
                <a:latin typeface="Arial"/>
                <a:ea typeface="Arial"/>
                <a:cs typeface="Arial"/>
              </a:defRPr>
            </a:lvl5pPr>
            <a:lvl6pPr algn="r">
              <a:defRPr sz="825" b="1" i="0">
                <a:solidFill>
                  <a:srgbClr val="E0CDCD"/>
                </a:solidFill>
                <a:latin typeface="Arial"/>
                <a:ea typeface="Arial"/>
                <a:cs typeface="Arial"/>
              </a:defRPr>
            </a:lvl6pPr>
            <a:lvl7pPr algn="r">
              <a:defRPr sz="825" b="1" i="0">
                <a:solidFill>
                  <a:srgbClr val="E0CDCD"/>
                </a:solidFill>
                <a:latin typeface="Arial"/>
                <a:ea typeface="Arial"/>
                <a:cs typeface="Arial"/>
              </a:defRPr>
            </a:lvl7pPr>
            <a:lvl8pPr algn="r">
              <a:defRPr sz="825" b="1" i="0">
                <a:solidFill>
                  <a:srgbClr val="E0CDCD"/>
                </a:solidFill>
                <a:latin typeface="Arial"/>
                <a:ea typeface="Arial"/>
                <a:cs typeface="Arial"/>
              </a:defRPr>
            </a:lvl8pPr>
            <a:lvl9pPr algn="r">
              <a:defRPr sz="825" b="1" i="0">
                <a:solidFill>
                  <a:srgbClr val="E0CDCD"/>
                </a:solidFill>
                <a:latin typeface="Arial"/>
                <a:ea typeface="Arial"/>
                <a:cs typeface="Arial"/>
              </a:defRPr>
            </a:lvl9pPr>
          </a:lstStyle>
          <a:p xmlns:a="http://schemas.openxmlformats.org/drawingml/2006/main">
            <a:pPr algn="r">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10 / 16</a:t>
            </a:r>
          </a:p>
        </p:txBody>
      </p:sp>
    </p:spTree>
    <p:extLst>
      <p:ext uri="{BB962C8B-B14F-4D97-AF65-F5344CB8AC3E}">
        <p14:creationId xmlns:p14="http://schemas.microsoft.com/office/powerpoint/2010/main" val="2113999370"/>
      </p:ext>
    </p:extLst>
  </p:cSld>
</p:sld>
</file>

<file path=ppt/slides/slide11.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8677CD1-0518-4350-B347-33FD7D006B4B}"/>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40E4B1-D547-49B0-8542-3AD04C66CFDA}"/>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03 / CÓMO TRABAJAMOS</a:t>
            </a:r>
          </a:p>
        </p:txBody>
      </p:sp>
      <p:sp>
        <p:nvSpPr>
          <p:cNvPr id="3" name="">
            <a:extLst xmlns:a="http://schemas.openxmlformats.org/drawingml/2006/main">
              <a:ext uri="{FF2B5EF4-FFF2-40B4-BE49-F238E27FC236}">
                <a16:creationId xmlns:a16="http://schemas.microsoft.com/office/drawing/2014/main" id="{FDD5AAEB-9AFF-4778-9326-CE796340BFB2}"/>
              </a:ext>
            </a:extLst>
          </p:cNvPr>
          <p:cNvSpPr>
            <a:spLocks xmlns:a="http://schemas.openxmlformats.org/drawingml/2006/main" noGrp="1"/>
          </p:cNvSpPr>
          <p:nvPr/>
        </p:nvSpPr>
        <p:spPr>
          <a:xfrm xmlns:a="http://schemas.openxmlformats.org/drawingml/2006/main">
            <a:off x="762000" y="1028700"/>
            <a:ext cx="10668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75" b="0" i="0">
                <a:solidFill>
                  <a:srgbClr val="211D1A"/>
                </a:solidFill>
                <a:latin typeface="Georgia"/>
                <a:ea typeface="Georgia"/>
                <a:cs typeface="Georgia"/>
              </a:defRPr>
            </a:defPPr>
            <a:lvl1pPr algn="l">
              <a:defRPr sz="4575" b="0" i="0">
                <a:solidFill>
                  <a:srgbClr val="211D1A"/>
                </a:solidFill>
                <a:latin typeface="Georgia"/>
                <a:ea typeface="Georgia"/>
                <a:cs typeface="Georgia"/>
              </a:defRPr>
            </a:lvl1pPr>
            <a:lvl2pPr algn="l">
              <a:defRPr sz="4575" b="0" i="0">
                <a:solidFill>
                  <a:srgbClr val="211D1A"/>
                </a:solidFill>
                <a:latin typeface="Georgia"/>
                <a:ea typeface="Georgia"/>
                <a:cs typeface="Georgia"/>
              </a:defRPr>
            </a:lvl2pPr>
            <a:lvl3pPr algn="l">
              <a:defRPr sz="4575" b="0" i="0">
                <a:solidFill>
                  <a:srgbClr val="211D1A"/>
                </a:solidFill>
                <a:latin typeface="Georgia"/>
                <a:ea typeface="Georgia"/>
                <a:cs typeface="Georgia"/>
              </a:defRPr>
            </a:lvl3pPr>
            <a:lvl4pPr algn="l">
              <a:defRPr sz="4575" b="0" i="0">
                <a:solidFill>
                  <a:srgbClr val="211D1A"/>
                </a:solidFill>
                <a:latin typeface="Georgia"/>
                <a:ea typeface="Georgia"/>
                <a:cs typeface="Georgia"/>
              </a:defRPr>
            </a:lvl4pPr>
            <a:lvl5pPr algn="l">
              <a:defRPr sz="4575" b="0" i="0">
                <a:solidFill>
                  <a:srgbClr val="211D1A"/>
                </a:solidFill>
                <a:latin typeface="Georgia"/>
                <a:ea typeface="Georgia"/>
                <a:cs typeface="Georgia"/>
              </a:defRPr>
            </a:lvl5pPr>
            <a:lvl6pPr algn="l">
              <a:defRPr sz="4575" b="0" i="0">
                <a:solidFill>
                  <a:srgbClr val="211D1A"/>
                </a:solidFill>
                <a:latin typeface="Georgia"/>
                <a:ea typeface="Georgia"/>
                <a:cs typeface="Georgia"/>
              </a:defRPr>
            </a:lvl6pPr>
            <a:lvl7pPr algn="l">
              <a:defRPr sz="4575" b="0" i="0">
                <a:solidFill>
                  <a:srgbClr val="211D1A"/>
                </a:solidFill>
                <a:latin typeface="Georgia"/>
                <a:ea typeface="Georgia"/>
                <a:cs typeface="Georgia"/>
              </a:defRPr>
            </a:lvl7pPr>
            <a:lvl8pPr algn="l">
              <a:defRPr sz="4575" b="0" i="0">
                <a:solidFill>
                  <a:srgbClr val="211D1A"/>
                </a:solidFill>
                <a:latin typeface="Georgia"/>
                <a:ea typeface="Georgia"/>
                <a:cs typeface="Georgia"/>
              </a:defRPr>
            </a:lvl8pPr>
            <a:lvl9pPr algn="l">
              <a:defRPr sz="4575" b="0" i="0">
                <a:solidFill>
                  <a:srgbClr val="211D1A"/>
                </a:solidFill>
                <a:latin typeface="Georgia"/>
                <a:ea typeface="Georgia"/>
                <a:cs typeface="Georgia"/>
              </a:defRPr>
            </a:lvl9pPr>
          </a:lstStyle>
          <a:p xmlns:a="http://schemas.openxmlformats.org/drawingml/2006/main">
            <a:pPr algn="l">
              <a:lnSpc>
                <a:spcPct val="98000"/>
              </a:lnSpc>
              <a:buNone/>
              <a:defRPr sz="4575" b="0" i="0">
                <a:solidFill>
                  <a:srgbClr val="211D1A"/>
                </a:solidFill>
                <a:latin typeface="Georgia"/>
                <a:ea typeface="Georgia"/>
                <a:cs typeface="Georgia"/>
              </a:defRPr>
            </a:pPr>
            <a:r>
              <a:rPr sz="4575" b="0" i="0">
                <a:solidFill>
                  <a:srgbClr val="211D1A"/>
                </a:solidFill>
                <a:latin typeface="Georgia"/>
                <a:ea typeface="Georgia"/>
                <a:cs typeface="Georgia"/>
              </a:rPr>
              <a:t>Capacidad y garantías que se pueden comprobar</a:t>
            </a:r>
          </a:p>
        </p:txBody>
      </p:sp>
      <p:sp>
        <p:nvSpPr>
          <p:cNvPr id="4" name="">
            <a:extLst xmlns:a="http://schemas.openxmlformats.org/drawingml/2006/main">
              <a:ext uri="{FF2B5EF4-FFF2-40B4-BE49-F238E27FC236}">
                <a16:creationId xmlns:a16="http://schemas.microsoft.com/office/drawing/2014/main" id="{13127795-B5C2-4E0D-8845-0BCA5A34E47B}"/>
              </a:ext>
            </a:extLst>
          </p:cNvPr>
          <p:cNvSpPr>
            <a:spLocks xmlns:a="http://schemas.openxmlformats.org/drawingml/2006/main" noGrp="1"/>
          </p:cNvSpPr>
          <p:nvPr/>
        </p:nvSpPr>
        <p:spPr>
          <a:xfrm xmlns:a="http://schemas.openxmlformats.org/drawingml/2006/main">
            <a:off x="762000" y="3067050"/>
            <a:ext cx="23336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4AE20C1-42A5-44FA-915E-DE40981E60DD}"/>
              </a:ext>
            </a:extLst>
          </p:cNvPr>
          <p:cNvSpPr>
            <a:spLocks xmlns:a="http://schemas.openxmlformats.org/drawingml/2006/main" noGrp="1"/>
          </p:cNvSpPr>
          <p:nvPr/>
        </p:nvSpPr>
        <p:spPr>
          <a:xfrm xmlns:a="http://schemas.openxmlformats.org/drawingml/2006/main">
            <a:off x="762000" y="32385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75" b="0" i="0">
                <a:solidFill>
                  <a:srgbClr val="CF1727"/>
                </a:solidFill>
                <a:latin typeface="Georgia"/>
                <a:ea typeface="Georgia"/>
                <a:cs typeface="Georgia"/>
              </a:defRPr>
            </a:defPPr>
            <a:lvl1pPr algn="l">
              <a:defRPr sz="5175" b="0" i="0">
                <a:solidFill>
                  <a:srgbClr val="CF1727"/>
                </a:solidFill>
                <a:latin typeface="Georgia"/>
                <a:ea typeface="Georgia"/>
                <a:cs typeface="Georgia"/>
              </a:defRPr>
            </a:lvl1pPr>
            <a:lvl2pPr algn="l">
              <a:defRPr sz="5175" b="0" i="0">
                <a:solidFill>
                  <a:srgbClr val="CF1727"/>
                </a:solidFill>
                <a:latin typeface="Georgia"/>
                <a:ea typeface="Georgia"/>
                <a:cs typeface="Georgia"/>
              </a:defRPr>
            </a:lvl2pPr>
            <a:lvl3pPr algn="l">
              <a:defRPr sz="5175" b="0" i="0">
                <a:solidFill>
                  <a:srgbClr val="CF1727"/>
                </a:solidFill>
                <a:latin typeface="Georgia"/>
                <a:ea typeface="Georgia"/>
                <a:cs typeface="Georgia"/>
              </a:defRPr>
            </a:lvl3pPr>
            <a:lvl4pPr algn="l">
              <a:defRPr sz="5175" b="0" i="0">
                <a:solidFill>
                  <a:srgbClr val="CF1727"/>
                </a:solidFill>
                <a:latin typeface="Georgia"/>
                <a:ea typeface="Georgia"/>
                <a:cs typeface="Georgia"/>
              </a:defRPr>
            </a:lvl4pPr>
            <a:lvl5pPr algn="l">
              <a:defRPr sz="5175" b="0" i="0">
                <a:solidFill>
                  <a:srgbClr val="CF1727"/>
                </a:solidFill>
                <a:latin typeface="Georgia"/>
                <a:ea typeface="Georgia"/>
                <a:cs typeface="Georgia"/>
              </a:defRPr>
            </a:lvl5pPr>
            <a:lvl6pPr algn="l">
              <a:defRPr sz="5175" b="0" i="0">
                <a:solidFill>
                  <a:srgbClr val="CF1727"/>
                </a:solidFill>
                <a:latin typeface="Georgia"/>
                <a:ea typeface="Georgia"/>
                <a:cs typeface="Georgia"/>
              </a:defRPr>
            </a:lvl6pPr>
            <a:lvl7pPr algn="l">
              <a:defRPr sz="5175" b="0" i="0">
                <a:solidFill>
                  <a:srgbClr val="CF1727"/>
                </a:solidFill>
                <a:latin typeface="Georgia"/>
                <a:ea typeface="Georgia"/>
                <a:cs typeface="Georgia"/>
              </a:defRPr>
            </a:lvl7pPr>
            <a:lvl8pPr algn="l">
              <a:defRPr sz="5175" b="0" i="0">
                <a:solidFill>
                  <a:srgbClr val="CF1727"/>
                </a:solidFill>
                <a:latin typeface="Georgia"/>
                <a:ea typeface="Georgia"/>
                <a:cs typeface="Georgia"/>
              </a:defRPr>
            </a:lvl8pPr>
            <a:lvl9pPr algn="l">
              <a:defRPr sz="5175" b="0" i="0">
                <a:solidFill>
                  <a:srgbClr val="CF1727"/>
                </a:solidFill>
                <a:latin typeface="Georgia"/>
                <a:ea typeface="Georgia"/>
                <a:cs typeface="Georgia"/>
              </a:defRPr>
            </a:lvl9pPr>
          </a:lstStyle>
          <a:p xmlns:a="http://schemas.openxmlformats.org/drawingml/2006/main">
            <a:pPr algn="l">
              <a:lnSpc>
                <a:spcPct val="102000"/>
              </a:lnSpc>
              <a:buNone/>
              <a:defRPr sz="5175" b="0" i="0">
                <a:solidFill>
                  <a:srgbClr val="CF1727"/>
                </a:solidFill>
                <a:latin typeface="Georgia"/>
                <a:ea typeface="Georgia"/>
                <a:cs typeface="Georgia"/>
              </a:defRPr>
            </a:pPr>
            <a:r>
              <a:rPr sz="5175" b="0" i="0">
                <a:solidFill>
                  <a:srgbClr val="CF1727"/>
                </a:solidFill>
                <a:latin typeface="Georgia"/>
                <a:ea typeface="Georgia"/>
                <a:cs typeface="Georgia"/>
              </a:rPr>
              <a:t>1996</a:t>
            </a:r>
          </a:p>
        </p:txBody>
      </p:sp>
      <p:sp>
        <p:nvSpPr>
          <p:cNvPr id="6" name="">
            <a:extLst xmlns:a="http://schemas.openxmlformats.org/drawingml/2006/main">
              <a:ext uri="{FF2B5EF4-FFF2-40B4-BE49-F238E27FC236}">
                <a16:creationId xmlns:a16="http://schemas.microsoft.com/office/drawing/2014/main" id="{9173A69E-6F74-4B96-A14D-4A95E8F5289D}"/>
              </a:ext>
            </a:extLst>
          </p:cNvPr>
          <p:cNvSpPr>
            <a:spLocks xmlns:a="http://schemas.openxmlformats.org/drawingml/2006/main" noGrp="1"/>
          </p:cNvSpPr>
          <p:nvPr/>
        </p:nvSpPr>
        <p:spPr>
          <a:xfrm xmlns:a="http://schemas.openxmlformats.org/drawingml/2006/main">
            <a:off x="762000" y="428625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211D1A"/>
                </a:solidFill>
                <a:latin typeface="Arial"/>
                <a:ea typeface="Arial"/>
                <a:cs typeface="Arial"/>
              </a:defRPr>
            </a:defPPr>
            <a:lvl1pPr algn="l">
              <a:defRPr sz="1500" b="0" i="0">
                <a:solidFill>
                  <a:srgbClr val="211D1A"/>
                </a:solidFill>
                <a:latin typeface="Arial"/>
                <a:ea typeface="Arial"/>
                <a:cs typeface="Arial"/>
              </a:defRPr>
            </a:lvl1pPr>
            <a:lvl2pPr algn="l">
              <a:defRPr sz="1500" b="0" i="0">
                <a:solidFill>
                  <a:srgbClr val="211D1A"/>
                </a:solidFill>
                <a:latin typeface="Arial"/>
                <a:ea typeface="Arial"/>
                <a:cs typeface="Arial"/>
              </a:defRPr>
            </a:lvl2pPr>
            <a:lvl3pPr algn="l">
              <a:defRPr sz="1500" b="0" i="0">
                <a:solidFill>
                  <a:srgbClr val="211D1A"/>
                </a:solidFill>
                <a:latin typeface="Arial"/>
                <a:ea typeface="Arial"/>
                <a:cs typeface="Arial"/>
              </a:defRPr>
            </a:lvl3pPr>
            <a:lvl4pPr algn="l">
              <a:defRPr sz="1500" b="0" i="0">
                <a:solidFill>
                  <a:srgbClr val="211D1A"/>
                </a:solidFill>
                <a:latin typeface="Arial"/>
                <a:ea typeface="Arial"/>
                <a:cs typeface="Arial"/>
              </a:defRPr>
            </a:lvl4pPr>
            <a:lvl5pPr algn="l">
              <a:defRPr sz="1500" b="0" i="0">
                <a:solidFill>
                  <a:srgbClr val="211D1A"/>
                </a:solidFill>
                <a:latin typeface="Arial"/>
                <a:ea typeface="Arial"/>
                <a:cs typeface="Arial"/>
              </a:defRPr>
            </a:lvl5pPr>
            <a:lvl6pPr algn="l">
              <a:defRPr sz="1500" b="0" i="0">
                <a:solidFill>
                  <a:srgbClr val="211D1A"/>
                </a:solidFill>
                <a:latin typeface="Arial"/>
                <a:ea typeface="Arial"/>
                <a:cs typeface="Arial"/>
              </a:defRPr>
            </a:lvl6pPr>
            <a:lvl7pPr algn="l">
              <a:defRPr sz="1500" b="0" i="0">
                <a:solidFill>
                  <a:srgbClr val="211D1A"/>
                </a:solidFill>
                <a:latin typeface="Arial"/>
                <a:ea typeface="Arial"/>
                <a:cs typeface="Arial"/>
              </a:defRPr>
            </a:lvl7pPr>
            <a:lvl8pPr algn="l">
              <a:defRPr sz="1500" b="0" i="0">
                <a:solidFill>
                  <a:srgbClr val="211D1A"/>
                </a:solidFill>
                <a:latin typeface="Arial"/>
                <a:ea typeface="Arial"/>
                <a:cs typeface="Arial"/>
              </a:defRPr>
            </a:lvl8pPr>
            <a:lvl9pPr algn="l">
              <a:defRPr sz="1500" b="0" i="0">
                <a:solidFill>
                  <a:srgbClr val="211D1A"/>
                </a:solidFill>
                <a:latin typeface="Arial"/>
                <a:ea typeface="Arial"/>
                <a:cs typeface="Arial"/>
              </a:defRPr>
            </a:lvl9pPr>
          </a:lstStyle>
          <a:p xmlns:a="http://schemas.openxmlformats.org/drawingml/2006/main">
            <a:pPr algn="l">
              <a:lnSpc>
                <a:spcPct val="102000"/>
              </a:lnSpc>
              <a:buNone/>
              <a:defRPr sz="1500" b="0" i="0">
                <a:solidFill>
                  <a:srgbClr val="211D1A"/>
                </a:solidFill>
                <a:latin typeface="Arial"/>
                <a:ea typeface="Arial"/>
                <a:cs typeface="Arial"/>
              </a:defRPr>
            </a:pPr>
            <a:r>
              <a:rPr sz="1500" b="0" i="0">
                <a:solidFill>
                  <a:srgbClr val="211D1A"/>
                </a:solidFill>
                <a:latin typeface="Arial"/>
                <a:ea typeface="Arial"/>
                <a:cs typeface="Arial"/>
              </a:rPr>
              <a:t>Año de creación del grupo</a:t>
            </a:r>
          </a:p>
        </p:txBody>
      </p:sp>
      <p:sp>
        <p:nvSpPr>
          <p:cNvPr id="7" name="">
            <a:extLst xmlns:a="http://schemas.openxmlformats.org/drawingml/2006/main">
              <a:ext uri="{FF2B5EF4-FFF2-40B4-BE49-F238E27FC236}">
                <a16:creationId xmlns:a16="http://schemas.microsoft.com/office/drawing/2014/main" id="{B052ED25-61B1-485E-8BF4-530A81CE9372}"/>
              </a:ext>
            </a:extLst>
          </p:cNvPr>
          <p:cNvSpPr>
            <a:spLocks xmlns:a="http://schemas.openxmlformats.org/drawingml/2006/main" noGrp="1"/>
          </p:cNvSpPr>
          <p:nvPr/>
        </p:nvSpPr>
        <p:spPr>
          <a:xfrm xmlns:a="http://schemas.openxmlformats.org/drawingml/2006/main">
            <a:off x="3476625" y="3067050"/>
            <a:ext cx="23336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71760FF-6D08-4A57-8313-B7683DC1806D}"/>
              </a:ext>
            </a:extLst>
          </p:cNvPr>
          <p:cNvSpPr>
            <a:spLocks xmlns:a="http://schemas.openxmlformats.org/drawingml/2006/main" noGrp="1"/>
          </p:cNvSpPr>
          <p:nvPr/>
        </p:nvSpPr>
        <p:spPr>
          <a:xfrm xmlns:a="http://schemas.openxmlformats.org/drawingml/2006/main">
            <a:off x="3476625" y="32385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75" b="0" i="0">
                <a:solidFill>
                  <a:srgbClr val="CF1727"/>
                </a:solidFill>
                <a:latin typeface="Georgia"/>
                <a:ea typeface="Georgia"/>
                <a:cs typeface="Georgia"/>
              </a:defRPr>
            </a:defPPr>
            <a:lvl1pPr algn="l">
              <a:defRPr sz="5175" b="0" i="0">
                <a:solidFill>
                  <a:srgbClr val="CF1727"/>
                </a:solidFill>
                <a:latin typeface="Georgia"/>
                <a:ea typeface="Georgia"/>
                <a:cs typeface="Georgia"/>
              </a:defRPr>
            </a:lvl1pPr>
            <a:lvl2pPr algn="l">
              <a:defRPr sz="5175" b="0" i="0">
                <a:solidFill>
                  <a:srgbClr val="CF1727"/>
                </a:solidFill>
                <a:latin typeface="Georgia"/>
                <a:ea typeface="Georgia"/>
                <a:cs typeface="Georgia"/>
              </a:defRPr>
            </a:lvl2pPr>
            <a:lvl3pPr algn="l">
              <a:defRPr sz="5175" b="0" i="0">
                <a:solidFill>
                  <a:srgbClr val="CF1727"/>
                </a:solidFill>
                <a:latin typeface="Georgia"/>
                <a:ea typeface="Georgia"/>
                <a:cs typeface="Georgia"/>
              </a:defRPr>
            </a:lvl3pPr>
            <a:lvl4pPr algn="l">
              <a:defRPr sz="5175" b="0" i="0">
                <a:solidFill>
                  <a:srgbClr val="CF1727"/>
                </a:solidFill>
                <a:latin typeface="Georgia"/>
                <a:ea typeface="Georgia"/>
                <a:cs typeface="Georgia"/>
              </a:defRPr>
            </a:lvl4pPr>
            <a:lvl5pPr algn="l">
              <a:defRPr sz="5175" b="0" i="0">
                <a:solidFill>
                  <a:srgbClr val="CF1727"/>
                </a:solidFill>
                <a:latin typeface="Georgia"/>
                <a:ea typeface="Georgia"/>
                <a:cs typeface="Georgia"/>
              </a:defRPr>
            </a:lvl5pPr>
            <a:lvl6pPr algn="l">
              <a:defRPr sz="5175" b="0" i="0">
                <a:solidFill>
                  <a:srgbClr val="CF1727"/>
                </a:solidFill>
                <a:latin typeface="Georgia"/>
                <a:ea typeface="Georgia"/>
                <a:cs typeface="Georgia"/>
              </a:defRPr>
            </a:lvl6pPr>
            <a:lvl7pPr algn="l">
              <a:defRPr sz="5175" b="0" i="0">
                <a:solidFill>
                  <a:srgbClr val="CF1727"/>
                </a:solidFill>
                <a:latin typeface="Georgia"/>
                <a:ea typeface="Georgia"/>
                <a:cs typeface="Georgia"/>
              </a:defRPr>
            </a:lvl7pPr>
            <a:lvl8pPr algn="l">
              <a:defRPr sz="5175" b="0" i="0">
                <a:solidFill>
                  <a:srgbClr val="CF1727"/>
                </a:solidFill>
                <a:latin typeface="Georgia"/>
                <a:ea typeface="Georgia"/>
                <a:cs typeface="Georgia"/>
              </a:defRPr>
            </a:lvl8pPr>
            <a:lvl9pPr algn="l">
              <a:defRPr sz="5175" b="0" i="0">
                <a:solidFill>
                  <a:srgbClr val="CF1727"/>
                </a:solidFill>
                <a:latin typeface="Georgia"/>
                <a:ea typeface="Georgia"/>
                <a:cs typeface="Georgia"/>
              </a:defRPr>
            </a:lvl9pPr>
          </a:lstStyle>
          <a:p xmlns:a="http://schemas.openxmlformats.org/drawingml/2006/main">
            <a:pPr algn="l">
              <a:lnSpc>
                <a:spcPct val="102000"/>
              </a:lnSpc>
              <a:buNone/>
              <a:defRPr sz="5175" b="0" i="0">
                <a:solidFill>
                  <a:srgbClr val="CF1727"/>
                </a:solidFill>
                <a:latin typeface="Georgia"/>
                <a:ea typeface="Georgia"/>
                <a:cs typeface="Georgia"/>
              </a:defRPr>
            </a:pPr>
            <a:r>
              <a:rPr sz="5175" b="0" i="0">
                <a:solidFill>
                  <a:srgbClr val="CF1727"/>
                </a:solidFill>
                <a:latin typeface="Georgia"/>
                <a:ea typeface="Georgia"/>
                <a:cs typeface="Georgia"/>
              </a:rPr>
              <a:t>2008</a:t>
            </a:r>
          </a:p>
        </p:txBody>
      </p:sp>
      <p:sp>
        <p:nvSpPr>
          <p:cNvPr id="9" name="">
            <a:extLst xmlns:a="http://schemas.openxmlformats.org/drawingml/2006/main">
              <a:ext uri="{FF2B5EF4-FFF2-40B4-BE49-F238E27FC236}">
                <a16:creationId xmlns:a16="http://schemas.microsoft.com/office/drawing/2014/main" id="{C46F22B2-6BA4-426F-92A5-20ECFA883C09}"/>
              </a:ext>
            </a:extLst>
          </p:cNvPr>
          <p:cNvSpPr>
            <a:spLocks xmlns:a="http://schemas.openxmlformats.org/drawingml/2006/main" noGrp="1"/>
          </p:cNvSpPr>
          <p:nvPr/>
        </p:nvSpPr>
        <p:spPr>
          <a:xfrm xmlns:a="http://schemas.openxmlformats.org/drawingml/2006/main">
            <a:off x="3476625" y="428625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211D1A"/>
                </a:solidFill>
                <a:latin typeface="Arial"/>
                <a:ea typeface="Arial"/>
                <a:cs typeface="Arial"/>
              </a:defRPr>
            </a:defPPr>
            <a:lvl1pPr algn="l">
              <a:defRPr sz="1500" b="0" i="0">
                <a:solidFill>
                  <a:srgbClr val="211D1A"/>
                </a:solidFill>
                <a:latin typeface="Arial"/>
                <a:ea typeface="Arial"/>
                <a:cs typeface="Arial"/>
              </a:defRPr>
            </a:lvl1pPr>
            <a:lvl2pPr algn="l">
              <a:defRPr sz="1500" b="0" i="0">
                <a:solidFill>
                  <a:srgbClr val="211D1A"/>
                </a:solidFill>
                <a:latin typeface="Arial"/>
                <a:ea typeface="Arial"/>
                <a:cs typeface="Arial"/>
              </a:defRPr>
            </a:lvl2pPr>
            <a:lvl3pPr algn="l">
              <a:defRPr sz="1500" b="0" i="0">
                <a:solidFill>
                  <a:srgbClr val="211D1A"/>
                </a:solidFill>
                <a:latin typeface="Arial"/>
                <a:ea typeface="Arial"/>
                <a:cs typeface="Arial"/>
              </a:defRPr>
            </a:lvl3pPr>
            <a:lvl4pPr algn="l">
              <a:defRPr sz="1500" b="0" i="0">
                <a:solidFill>
                  <a:srgbClr val="211D1A"/>
                </a:solidFill>
                <a:latin typeface="Arial"/>
                <a:ea typeface="Arial"/>
                <a:cs typeface="Arial"/>
              </a:defRPr>
            </a:lvl4pPr>
            <a:lvl5pPr algn="l">
              <a:defRPr sz="1500" b="0" i="0">
                <a:solidFill>
                  <a:srgbClr val="211D1A"/>
                </a:solidFill>
                <a:latin typeface="Arial"/>
                <a:ea typeface="Arial"/>
                <a:cs typeface="Arial"/>
              </a:defRPr>
            </a:lvl5pPr>
            <a:lvl6pPr algn="l">
              <a:defRPr sz="1500" b="0" i="0">
                <a:solidFill>
                  <a:srgbClr val="211D1A"/>
                </a:solidFill>
                <a:latin typeface="Arial"/>
                <a:ea typeface="Arial"/>
                <a:cs typeface="Arial"/>
              </a:defRPr>
            </a:lvl6pPr>
            <a:lvl7pPr algn="l">
              <a:defRPr sz="1500" b="0" i="0">
                <a:solidFill>
                  <a:srgbClr val="211D1A"/>
                </a:solidFill>
                <a:latin typeface="Arial"/>
                <a:ea typeface="Arial"/>
                <a:cs typeface="Arial"/>
              </a:defRPr>
            </a:lvl7pPr>
            <a:lvl8pPr algn="l">
              <a:defRPr sz="1500" b="0" i="0">
                <a:solidFill>
                  <a:srgbClr val="211D1A"/>
                </a:solidFill>
                <a:latin typeface="Arial"/>
                <a:ea typeface="Arial"/>
                <a:cs typeface="Arial"/>
              </a:defRPr>
            </a:lvl8pPr>
            <a:lvl9pPr algn="l">
              <a:defRPr sz="1500" b="0" i="0">
                <a:solidFill>
                  <a:srgbClr val="211D1A"/>
                </a:solidFill>
                <a:latin typeface="Arial"/>
                <a:ea typeface="Arial"/>
                <a:cs typeface="Arial"/>
              </a:defRPr>
            </a:lvl9pPr>
          </a:lstStyle>
          <a:p xmlns:a="http://schemas.openxmlformats.org/drawingml/2006/main">
            <a:pPr algn="l">
              <a:lnSpc>
                <a:spcPct val="102000"/>
              </a:lnSpc>
              <a:buNone/>
              <a:defRPr sz="1500" b="0" i="0">
                <a:solidFill>
                  <a:srgbClr val="211D1A"/>
                </a:solidFill>
                <a:latin typeface="Arial"/>
                <a:ea typeface="Arial"/>
                <a:cs typeface="Arial"/>
              </a:defRPr>
            </a:pPr>
            <a:r>
              <a:rPr sz="1500" b="0" i="0">
                <a:solidFill>
                  <a:srgbClr val="211D1A"/>
                </a:solidFill>
                <a:latin typeface="Arial"/>
                <a:ea typeface="Arial"/>
                <a:cs typeface="Arial"/>
              </a:rPr>
              <a:t>GPS en toda la flota</a:t>
            </a:r>
          </a:p>
        </p:txBody>
      </p:sp>
      <p:sp>
        <p:nvSpPr>
          <p:cNvPr id="10" name="">
            <a:extLst xmlns:a="http://schemas.openxmlformats.org/drawingml/2006/main">
              <a:ext uri="{FF2B5EF4-FFF2-40B4-BE49-F238E27FC236}">
                <a16:creationId xmlns:a16="http://schemas.microsoft.com/office/drawing/2014/main" id="{7645BC5D-576D-4B4C-ADB2-CDAE0A193227}"/>
              </a:ext>
            </a:extLst>
          </p:cNvPr>
          <p:cNvSpPr>
            <a:spLocks xmlns:a="http://schemas.openxmlformats.org/drawingml/2006/main" noGrp="1"/>
          </p:cNvSpPr>
          <p:nvPr/>
        </p:nvSpPr>
        <p:spPr>
          <a:xfrm xmlns:a="http://schemas.openxmlformats.org/drawingml/2006/main">
            <a:off x="6191250" y="3067050"/>
            <a:ext cx="23336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DE15487-DACC-44D6-9827-57D70D6392B7}"/>
              </a:ext>
            </a:extLst>
          </p:cNvPr>
          <p:cNvSpPr>
            <a:spLocks xmlns:a="http://schemas.openxmlformats.org/drawingml/2006/main" noGrp="1"/>
          </p:cNvSpPr>
          <p:nvPr/>
        </p:nvSpPr>
        <p:spPr>
          <a:xfrm xmlns:a="http://schemas.openxmlformats.org/drawingml/2006/main">
            <a:off x="6191250" y="32385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75" b="0" i="0">
                <a:solidFill>
                  <a:srgbClr val="CF1727"/>
                </a:solidFill>
                <a:latin typeface="Georgia"/>
                <a:ea typeface="Georgia"/>
                <a:cs typeface="Georgia"/>
              </a:defRPr>
            </a:defPPr>
            <a:lvl1pPr algn="l">
              <a:defRPr sz="5175" b="0" i="0">
                <a:solidFill>
                  <a:srgbClr val="CF1727"/>
                </a:solidFill>
                <a:latin typeface="Georgia"/>
                <a:ea typeface="Georgia"/>
                <a:cs typeface="Georgia"/>
              </a:defRPr>
            </a:lvl1pPr>
            <a:lvl2pPr algn="l">
              <a:defRPr sz="5175" b="0" i="0">
                <a:solidFill>
                  <a:srgbClr val="CF1727"/>
                </a:solidFill>
                <a:latin typeface="Georgia"/>
                <a:ea typeface="Georgia"/>
                <a:cs typeface="Georgia"/>
              </a:defRPr>
            </a:lvl2pPr>
            <a:lvl3pPr algn="l">
              <a:defRPr sz="5175" b="0" i="0">
                <a:solidFill>
                  <a:srgbClr val="CF1727"/>
                </a:solidFill>
                <a:latin typeface="Georgia"/>
                <a:ea typeface="Georgia"/>
                <a:cs typeface="Georgia"/>
              </a:defRPr>
            </a:lvl3pPr>
            <a:lvl4pPr algn="l">
              <a:defRPr sz="5175" b="0" i="0">
                <a:solidFill>
                  <a:srgbClr val="CF1727"/>
                </a:solidFill>
                <a:latin typeface="Georgia"/>
                <a:ea typeface="Georgia"/>
                <a:cs typeface="Georgia"/>
              </a:defRPr>
            </a:lvl4pPr>
            <a:lvl5pPr algn="l">
              <a:defRPr sz="5175" b="0" i="0">
                <a:solidFill>
                  <a:srgbClr val="CF1727"/>
                </a:solidFill>
                <a:latin typeface="Georgia"/>
                <a:ea typeface="Georgia"/>
                <a:cs typeface="Georgia"/>
              </a:defRPr>
            </a:lvl5pPr>
            <a:lvl6pPr algn="l">
              <a:defRPr sz="5175" b="0" i="0">
                <a:solidFill>
                  <a:srgbClr val="CF1727"/>
                </a:solidFill>
                <a:latin typeface="Georgia"/>
                <a:ea typeface="Georgia"/>
                <a:cs typeface="Georgia"/>
              </a:defRPr>
            </a:lvl6pPr>
            <a:lvl7pPr algn="l">
              <a:defRPr sz="5175" b="0" i="0">
                <a:solidFill>
                  <a:srgbClr val="CF1727"/>
                </a:solidFill>
                <a:latin typeface="Georgia"/>
                <a:ea typeface="Georgia"/>
                <a:cs typeface="Georgia"/>
              </a:defRPr>
            </a:lvl7pPr>
            <a:lvl8pPr algn="l">
              <a:defRPr sz="5175" b="0" i="0">
                <a:solidFill>
                  <a:srgbClr val="CF1727"/>
                </a:solidFill>
                <a:latin typeface="Georgia"/>
                <a:ea typeface="Georgia"/>
                <a:cs typeface="Georgia"/>
              </a:defRPr>
            </a:lvl8pPr>
            <a:lvl9pPr algn="l">
              <a:defRPr sz="5175" b="0" i="0">
                <a:solidFill>
                  <a:srgbClr val="CF1727"/>
                </a:solidFill>
                <a:latin typeface="Georgia"/>
                <a:ea typeface="Georgia"/>
                <a:cs typeface="Georgia"/>
              </a:defRPr>
            </a:lvl9pPr>
          </a:lstStyle>
          <a:p xmlns:a="http://schemas.openxmlformats.org/drawingml/2006/main">
            <a:pPr algn="l">
              <a:lnSpc>
                <a:spcPct val="102000"/>
              </a:lnSpc>
              <a:buNone/>
              <a:defRPr sz="5175" b="0" i="0">
                <a:solidFill>
                  <a:srgbClr val="CF1727"/>
                </a:solidFill>
                <a:latin typeface="Georgia"/>
                <a:ea typeface="Georgia"/>
                <a:cs typeface="Georgia"/>
              </a:defRPr>
            </a:pPr>
            <a:r>
              <a:rPr sz="5175" b="0" i="0">
                <a:solidFill>
                  <a:srgbClr val="CF1727"/>
                </a:solidFill>
                <a:latin typeface="Georgia"/>
                <a:ea typeface="Georgia"/>
                <a:cs typeface="Georgia"/>
              </a:rPr>
              <a:t>24/365</a:t>
            </a:r>
          </a:p>
        </p:txBody>
      </p:sp>
      <p:sp>
        <p:nvSpPr>
          <p:cNvPr id="12" name="">
            <a:extLst xmlns:a="http://schemas.openxmlformats.org/drawingml/2006/main">
              <a:ext uri="{FF2B5EF4-FFF2-40B4-BE49-F238E27FC236}">
                <a16:creationId xmlns:a16="http://schemas.microsoft.com/office/drawing/2014/main" id="{D722617D-7CF9-40B8-9806-31F776A5BC75}"/>
              </a:ext>
            </a:extLst>
          </p:cNvPr>
          <p:cNvSpPr>
            <a:spLocks xmlns:a="http://schemas.openxmlformats.org/drawingml/2006/main" noGrp="1"/>
          </p:cNvSpPr>
          <p:nvPr/>
        </p:nvSpPr>
        <p:spPr>
          <a:xfrm xmlns:a="http://schemas.openxmlformats.org/drawingml/2006/main">
            <a:off x="6191250" y="428625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211D1A"/>
                </a:solidFill>
                <a:latin typeface="Arial"/>
                <a:ea typeface="Arial"/>
                <a:cs typeface="Arial"/>
              </a:defRPr>
            </a:defPPr>
            <a:lvl1pPr algn="l">
              <a:defRPr sz="1500" b="0" i="0">
                <a:solidFill>
                  <a:srgbClr val="211D1A"/>
                </a:solidFill>
                <a:latin typeface="Arial"/>
                <a:ea typeface="Arial"/>
                <a:cs typeface="Arial"/>
              </a:defRPr>
            </a:lvl1pPr>
            <a:lvl2pPr algn="l">
              <a:defRPr sz="1500" b="0" i="0">
                <a:solidFill>
                  <a:srgbClr val="211D1A"/>
                </a:solidFill>
                <a:latin typeface="Arial"/>
                <a:ea typeface="Arial"/>
                <a:cs typeface="Arial"/>
              </a:defRPr>
            </a:lvl2pPr>
            <a:lvl3pPr algn="l">
              <a:defRPr sz="1500" b="0" i="0">
                <a:solidFill>
                  <a:srgbClr val="211D1A"/>
                </a:solidFill>
                <a:latin typeface="Arial"/>
                <a:ea typeface="Arial"/>
                <a:cs typeface="Arial"/>
              </a:defRPr>
            </a:lvl3pPr>
            <a:lvl4pPr algn="l">
              <a:defRPr sz="1500" b="0" i="0">
                <a:solidFill>
                  <a:srgbClr val="211D1A"/>
                </a:solidFill>
                <a:latin typeface="Arial"/>
                <a:ea typeface="Arial"/>
                <a:cs typeface="Arial"/>
              </a:defRPr>
            </a:lvl4pPr>
            <a:lvl5pPr algn="l">
              <a:defRPr sz="1500" b="0" i="0">
                <a:solidFill>
                  <a:srgbClr val="211D1A"/>
                </a:solidFill>
                <a:latin typeface="Arial"/>
                <a:ea typeface="Arial"/>
                <a:cs typeface="Arial"/>
              </a:defRPr>
            </a:lvl5pPr>
            <a:lvl6pPr algn="l">
              <a:defRPr sz="1500" b="0" i="0">
                <a:solidFill>
                  <a:srgbClr val="211D1A"/>
                </a:solidFill>
                <a:latin typeface="Arial"/>
                <a:ea typeface="Arial"/>
                <a:cs typeface="Arial"/>
              </a:defRPr>
            </a:lvl6pPr>
            <a:lvl7pPr algn="l">
              <a:defRPr sz="1500" b="0" i="0">
                <a:solidFill>
                  <a:srgbClr val="211D1A"/>
                </a:solidFill>
                <a:latin typeface="Arial"/>
                <a:ea typeface="Arial"/>
                <a:cs typeface="Arial"/>
              </a:defRPr>
            </a:lvl7pPr>
            <a:lvl8pPr algn="l">
              <a:defRPr sz="1500" b="0" i="0">
                <a:solidFill>
                  <a:srgbClr val="211D1A"/>
                </a:solidFill>
                <a:latin typeface="Arial"/>
                <a:ea typeface="Arial"/>
                <a:cs typeface="Arial"/>
              </a:defRPr>
            </a:lvl8pPr>
            <a:lvl9pPr algn="l">
              <a:defRPr sz="1500" b="0" i="0">
                <a:solidFill>
                  <a:srgbClr val="211D1A"/>
                </a:solidFill>
                <a:latin typeface="Arial"/>
                <a:ea typeface="Arial"/>
                <a:cs typeface="Arial"/>
              </a:defRPr>
            </a:lvl9pPr>
          </a:lstStyle>
          <a:p xmlns:a="http://schemas.openxmlformats.org/drawingml/2006/main">
            <a:pPr algn="l">
              <a:lnSpc>
                <a:spcPct val="102000"/>
              </a:lnSpc>
              <a:buNone/>
              <a:defRPr sz="1500" b="0" i="0">
                <a:solidFill>
                  <a:srgbClr val="211D1A"/>
                </a:solidFill>
                <a:latin typeface="Arial"/>
                <a:ea typeface="Arial"/>
                <a:cs typeface="Arial"/>
              </a:defRPr>
            </a:pPr>
            <a:r>
              <a:rPr sz="1500" b="0" i="0">
                <a:solidFill>
                  <a:srgbClr val="211D1A"/>
                </a:solidFill>
                <a:latin typeface="Arial"/>
                <a:ea typeface="Arial"/>
                <a:cs typeface="Arial"/>
              </a:rPr>
              <a:t>Atención durante todo el año</a:t>
            </a:r>
          </a:p>
        </p:txBody>
      </p:sp>
      <p:sp>
        <p:nvSpPr>
          <p:cNvPr id="13" name="">
            <a:extLst xmlns:a="http://schemas.openxmlformats.org/drawingml/2006/main">
              <a:ext uri="{FF2B5EF4-FFF2-40B4-BE49-F238E27FC236}">
                <a16:creationId xmlns:a16="http://schemas.microsoft.com/office/drawing/2014/main" id="{3D6BE7DF-12CF-4BD1-BC6E-FF6E3F5D5BAE}"/>
              </a:ext>
            </a:extLst>
          </p:cNvPr>
          <p:cNvSpPr>
            <a:spLocks xmlns:a="http://schemas.openxmlformats.org/drawingml/2006/main" noGrp="1"/>
          </p:cNvSpPr>
          <p:nvPr/>
        </p:nvSpPr>
        <p:spPr>
          <a:xfrm xmlns:a="http://schemas.openxmlformats.org/drawingml/2006/main">
            <a:off x="8905875" y="3067050"/>
            <a:ext cx="23336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EAB5BD-9FA2-4E21-B908-A3E914D20238}"/>
              </a:ext>
            </a:extLst>
          </p:cNvPr>
          <p:cNvSpPr>
            <a:spLocks xmlns:a="http://schemas.openxmlformats.org/drawingml/2006/main" noGrp="1"/>
          </p:cNvSpPr>
          <p:nvPr/>
        </p:nvSpPr>
        <p:spPr>
          <a:xfrm xmlns:a="http://schemas.openxmlformats.org/drawingml/2006/main">
            <a:off x="8905875" y="32385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75" b="0" i="0">
                <a:solidFill>
                  <a:srgbClr val="CF1727"/>
                </a:solidFill>
                <a:latin typeface="Georgia"/>
                <a:ea typeface="Georgia"/>
                <a:cs typeface="Georgia"/>
              </a:defRPr>
            </a:defPPr>
            <a:lvl1pPr algn="l">
              <a:defRPr sz="5175" b="0" i="0">
                <a:solidFill>
                  <a:srgbClr val="CF1727"/>
                </a:solidFill>
                <a:latin typeface="Georgia"/>
                <a:ea typeface="Georgia"/>
                <a:cs typeface="Georgia"/>
              </a:defRPr>
            </a:lvl1pPr>
            <a:lvl2pPr algn="l">
              <a:defRPr sz="5175" b="0" i="0">
                <a:solidFill>
                  <a:srgbClr val="CF1727"/>
                </a:solidFill>
                <a:latin typeface="Georgia"/>
                <a:ea typeface="Georgia"/>
                <a:cs typeface="Georgia"/>
              </a:defRPr>
            </a:lvl2pPr>
            <a:lvl3pPr algn="l">
              <a:defRPr sz="5175" b="0" i="0">
                <a:solidFill>
                  <a:srgbClr val="CF1727"/>
                </a:solidFill>
                <a:latin typeface="Georgia"/>
                <a:ea typeface="Georgia"/>
                <a:cs typeface="Georgia"/>
              </a:defRPr>
            </a:lvl3pPr>
            <a:lvl4pPr algn="l">
              <a:defRPr sz="5175" b="0" i="0">
                <a:solidFill>
                  <a:srgbClr val="CF1727"/>
                </a:solidFill>
                <a:latin typeface="Georgia"/>
                <a:ea typeface="Georgia"/>
                <a:cs typeface="Georgia"/>
              </a:defRPr>
            </a:lvl4pPr>
            <a:lvl5pPr algn="l">
              <a:defRPr sz="5175" b="0" i="0">
                <a:solidFill>
                  <a:srgbClr val="CF1727"/>
                </a:solidFill>
                <a:latin typeface="Georgia"/>
                <a:ea typeface="Georgia"/>
                <a:cs typeface="Georgia"/>
              </a:defRPr>
            </a:lvl5pPr>
            <a:lvl6pPr algn="l">
              <a:defRPr sz="5175" b="0" i="0">
                <a:solidFill>
                  <a:srgbClr val="CF1727"/>
                </a:solidFill>
                <a:latin typeface="Georgia"/>
                <a:ea typeface="Georgia"/>
                <a:cs typeface="Georgia"/>
              </a:defRPr>
            </a:lvl6pPr>
            <a:lvl7pPr algn="l">
              <a:defRPr sz="5175" b="0" i="0">
                <a:solidFill>
                  <a:srgbClr val="CF1727"/>
                </a:solidFill>
                <a:latin typeface="Georgia"/>
                <a:ea typeface="Georgia"/>
                <a:cs typeface="Georgia"/>
              </a:defRPr>
            </a:lvl7pPr>
            <a:lvl8pPr algn="l">
              <a:defRPr sz="5175" b="0" i="0">
                <a:solidFill>
                  <a:srgbClr val="CF1727"/>
                </a:solidFill>
                <a:latin typeface="Georgia"/>
                <a:ea typeface="Georgia"/>
                <a:cs typeface="Georgia"/>
              </a:defRPr>
            </a:lvl8pPr>
            <a:lvl9pPr algn="l">
              <a:defRPr sz="5175" b="0" i="0">
                <a:solidFill>
                  <a:srgbClr val="CF1727"/>
                </a:solidFill>
                <a:latin typeface="Georgia"/>
                <a:ea typeface="Georgia"/>
                <a:cs typeface="Georgia"/>
              </a:defRPr>
            </a:lvl9pPr>
          </a:lstStyle>
          <a:p xmlns:a="http://schemas.openxmlformats.org/drawingml/2006/main">
            <a:pPr algn="l">
              <a:lnSpc>
                <a:spcPct val="102000"/>
              </a:lnSpc>
              <a:buNone/>
              <a:defRPr sz="5175" b="0" i="0">
                <a:solidFill>
                  <a:srgbClr val="CF1727"/>
                </a:solidFill>
                <a:latin typeface="Georgia"/>
                <a:ea typeface="Georgia"/>
                <a:cs typeface="Georgia"/>
              </a:defRPr>
            </a:pPr>
            <a:r>
              <a:rPr sz="5175" b="0" i="0">
                <a:solidFill>
                  <a:srgbClr val="CF1727"/>
                </a:solidFill>
                <a:latin typeface="Georgia"/>
                <a:ea typeface="Georgia"/>
                <a:cs typeface="Georgia"/>
              </a:rPr>
              <a:t>3</a:t>
            </a:r>
          </a:p>
        </p:txBody>
      </p:sp>
      <p:sp>
        <p:nvSpPr>
          <p:cNvPr id="15" name="">
            <a:extLst xmlns:a="http://schemas.openxmlformats.org/drawingml/2006/main">
              <a:ext uri="{FF2B5EF4-FFF2-40B4-BE49-F238E27FC236}">
                <a16:creationId xmlns:a16="http://schemas.microsoft.com/office/drawing/2014/main" id="{FD0D17EF-A050-41FA-9BBD-25B6FF323A55}"/>
              </a:ext>
            </a:extLst>
          </p:cNvPr>
          <p:cNvSpPr>
            <a:spLocks xmlns:a="http://schemas.openxmlformats.org/drawingml/2006/main" noGrp="1"/>
          </p:cNvSpPr>
          <p:nvPr/>
        </p:nvSpPr>
        <p:spPr>
          <a:xfrm xmlns:a="http://schemas.openxmlformats.org/drawingml/2006/main">
            <a:off x="8905875" y="428625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211D1A"/>
                </a:solidFill>
                <a:latin typeface="Arial"/>
                <a:ea typeface="Arial"/>
                <a:cs typeface="Arial"/>
              </a:defRPr>
            </a:defPPr>
            <a:lvl1pPr algn="l">
              <a:defRPr sz="1500" b="0" i="0">
                <a:solidFill>
                  <a:srgbClr val="211D1A"/>
                </a:solidFill>
                <a:latin typeface="Arial"/>
                <a:ea typeface="Arial"/>
                <a:cs typeface="Arial"/>
              </a:defRPr>
            </a:lvl1pPr>
            <a:lvl2pPr algn="l">
              <a:defRPr sz="1500" b="0" i="0">
                <a:solidFill>
                  <a:srgbClr val="211D1A"/>
                </a:solidFill>
                <a:latin typeface="Arial"/>
                <a:ea typeface="Arial"/>
                <a:cs typeface="Arial"/>
              </a:defRPr>
            </a:lvl2pPr>
            <a:lvl3pPr algn="l">
              <a:defRPr sz="1500" b="0" i="0">
                <a:solidFill>
                  <a:srgbClr val="211D1A"/>
                </a:solidFill>
                <a:latin typeface="Arial"/>
                <a:ea typeface="Arial"/>
                <a:cs typeface="Arial"/>
              </a:defRPr>
            </a:lvl3pPr>
            <a:lvl4pPr algn="l">
              <a:defRPr sz="1500" b="0" i="0">
                <a:solidFill>
                  <a:srgbClr val="211D1A"/>
                </a:solidFill>
                <a:latin typeface="Arial"/>
                <a:ea typeface="Arial"/>
                <a:cs typeface="Arial"/>
              </a:defRPr>
            </a:lvl4pPr>
            <a:lvl5pPr algn="l">
              <a:defRPr sz="1500" b="0" i="0">
                <a:solidFill>
                  <a:srgbClr val="211D1A"/>
                </a:solidFill>
                <a:latin typeface="Arial"/>
                <a:ea typeface="Arial"/>
                <a:cs typeface="Arial"/>
              </a:defRPr>
            </a:lvl5pPr>
            <a:lvl6pPr algn="l">
              <a:defRPr sz="1500" b="0" i="0">
                <a:solidFill>
                  <a:srgbClr val="211D1A"/>
                </a:solidFill>
                <a:latin typeface="Arial"/>
                <a:ea typeface="Arial"/>
                <a:cs typeface="Arial"/>
              </a:defRPr>
            </a:lvl6pPr>
            <a:lvl7pPr algn="l">
              <a:defRPr sz="1500" b="0" i="0">
                <a:solidFill>
                  <a:srgbClr val="211D1A"/>
                </a:solidFill>
                <a:latin typeface="Arial"/>
                <a:ea typeface="Arial"/>
                <a:cs typeface="Arial"/>
              </a:defRPr>
            </a:lvl7pPr>
            <a:lvl8pPr algn="l">
              <a:defRPr sz="1500" b="0" i="0">
                <a:solidFill>
                  <a:srgbClr val="211D1A"/>
                </a:solidFill>
                <a:latin typeface="Arial"/>
                <a:ea typeface="Arial"/>
                <a:cs typeface="Arial"/>
              </a:defRPr>
            </a:lvl8pPr>
            <a:lvl9pPr algn="l">
              <a:defRPr sz="1500" b="0" i="0">
                <a:solidFill>
                  <a:srgbClr val="211D1A"/>
                </a:solidFill>
                <a:latin typeface="Arial"/>
                <a:ea typeface="Arial"/>
                <a:cs typeface="Arial"/>
              </a:defRPr>
            </a:lvl9pPr>
          </a:lstStyle>
          <a:p xmlns:a="http://schemas.openxmlformats.org/drawingml/2006/main">
            <a:pPr algn="l">
              <a:lnSpc>
                <a:spcPct val="102000"/>
              </a:lnSpc>
              <a:buNone/>
              <a:defRPr sz="1500" b="0" i="0">
                <a:solidFill>
                  <a:srgbClr val="211D1A"/>
                </a:solidFill>
                <a:latin typeface="Arial"/>
                <a:ea typeface="Arial"/>
                <a:cs typeface="Arial"/>
              </a:defRPr>
            </a:pPr>
            <a:r>
              <a:rPr sz="1500" b="0" i="0">
                <a:solidFill>
                  <a:srgbClr val="211D1A"/>
                </a:solidFill>
                <a:latin typeface="Arial"/>
                <a:ea typeface="Arial"/>
                <a:cs typeface="Arial"/>
              </a:rPr>
              <a:t>Bases logísticas propias</a:t>
            </a:r>
          </a:p>
        </p:txBody>
      </p:sp>
      <p:sp>
        <p:nvSpPr>
          <p:cNvPr id="16" name="">
            <a:extLst xmlns:a="http://schemas.openxmlformats.org/drawingml/2006/main">
              <a:ext uri="{FF2B5EF4-FFF2-40B4-BE49-F238E27FC236}">
                <a16:creationId xmlns:a16="http://schemas.microsoft.com/office/drawing/2014/main" id="{0AEA4DCC-0946-49DC-AD9C-5D16711E8B02}"/>
              </a:ext>
            </a:extLst>
          </p:cNvPr>
          <p:cNvSpPr>
            <a:spLocks xmlns:a="http://schemas.openxmlformats.org/drawingml/2006/main" noGrp="1"/>
          </p:cNvSpPr>
          <p:nvPr/>
        </p:nvSpPr>
        <p:spPr>
          <a:xfrm xmlns:a="http://schemas.openxmlformats.org/drawingml/2006/main">
            <a:off x="762000" y="5276850"/>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866582A-C0CC-4727-AC89-EDA1D0A32E46}"/>
              </a:ext>
            </a:extLst>
          </p:cNvPr>
          <p:cNvSpPr>
            <a:spLocks xmlns:a="http://schemas.openxmlformats.org/drawingml/2006/main" noGrp="1"/>
          </p:cNvSpPr>
          <p:nvPr/>
        </p:nvSpPr>
        <p:spPr>
          <a:xfrm xmlns:a="http://schemas.openxmlformats.org/drawingml/2006/main">
            <a:off x="762000" y="54102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CF1727"/>
                </a:solidFill>
                <a:latin typeface="Arial"/>
                <a:ea typeface="Arial"/>
                <a:cs typeface="Arial"/>
              </a:defRPr>
            </a:defPPr>
            <a:lvl1pPr algn="l">
              <a:defRPr sz="1275" b="1" i="0">
                <a:solidFill>
                  <a:srgbClr val="CF1727"/>
                </a:solidFill>
                <a:latin typeface="Arial"/>
                <a:ea typeface="Arial"/>
                <a:cs typeface="Arial"/>
              </a:defRPr>
            </a:lvl1pPr>
            <a:lvl2pPr algn="l">
              <a:defRPr sz="1275" b="1" i="0">
                <a:solidFill>
                  <a:srgbClr val="CF1727"/>
                </a:solidFill>
                <a:latin typeface="Arial"/>
                <a:ea typeface="Arial"/>
                <a:cs typeface="Arial"/>
              </a:defRPr>
            </a:lvl2pPr>
            <a:lvl3pPr algn="l">
              <a:defRPr sz="1275" b="1" i="0">
                <a:solidFill>
                  <a:srgbClr val="CF1727"/>
                </a:solidFill>
                <a:latin typeface="Arial"/>
                <a:ea typeface="Arial"/>
                <a:cs typeface="Arial"/>
              </a:defRPr>
            </a:lvl3pPr>
            <a:lvl4pPr algn="l">
              <a:defRPr sz="1275" b="1" i="0">
                <a:solidFill>
                  <a:srgbClr val="CF1727"/>
                </a:solidFill>
                <a:latin typeface="Arial"/>
                <a:ea typeface="Arial"/>
                <a:cs typeface="Arial"/>
              </a:defRPr>
            </a:lvl4pPr>
            <a:lvl5pPr algn="l">
              <a:defRPr sz="1275" b="1" i="0">
                <a:solidFill>
                  <a:srgbClr val="CF1727"/>
                </a:solidFill>
                <a:latin typeface="Arial"/>
                <a:ea typeface="Arial"/>
                <a:cs typeface="Arial"/>
              </a:defRPr>
            </a:lvl5pPr>
            <a:lvl6pPr algn="l">
              <a:defRPr sz="1275" b="1" i="0">
                <a:solidFill>
                  <a:srgbClr val="CF1727"/>
                </a:solidFill>
                <a:latin typeface="Arial"/>
                <a:ea typeface="Arial"/>
                <a:cs typeface="Arial"/>
              </a:defRPr>
            </a:lvl6pPr>
            <a:lvl7pPr algn="l">
              <a:defRPr sz="1275" b="1" i="0">
                <a:solidFill>
                  <a:srgbClr val="CF1727"/>
                </a:solidFill>
                <a:latin typeface="Arial"/>
                <a:ea typeface="Arial"/>
                <a:cs typeface="Arial"/>
              </a:defRPr>
            </a:lvl7pPr>
            <a:lvl8pPr algn="l">
              <a:defRPr sz="1275" b="1" i="0">
                <a:solidFill>
                  <a:srgbClr val="CF1727"/>
                </a:solidFill>
                <a:latin typeface="Arial"/>
                <a:ea typeface="Arial"/>
                <a:cs typeface="Arial"/>
              </a:defRPr>
            </a:lvl8pPr>
            <a:lvl9pPr algn="l">
              <a:defRPr sz="1275" b="1" i="0">
                <a:solidFill>
                  <a:srgbClr val="CF1727"/>
                </a:solidFill>
                <a:latin typeface="Arial"/>
                <a:ea typeface="Arial"/>
                <a:cs typeface="Arial"/>
              </a:defRPr>
            </a:lvl9pPr>
          </a:lstStyle>
          <a:p xmlns:a="http://schemas.openxmlformats.org/drawingml/2006/main">
            <a:pPr algn="l">
              <a:lnSpc>
                <a:spcPct val="102000"/>
              </a:lnSpc>
              <a:buNone/>
              <a:defRPr sz="1275" b="1" i="0">
                <a:solidFill>
                  <a:srgbClr val="CF1727"/>
                </a:solidFill>
                <a:latin typeface="Arial"/>
                <a:ea typeface="Arial"/>
                <a:cs typeface="Arial"/>
              </a:defRPr>
            </a:pPr>
            <a:r>
              <a:rPr sz="1275" b="1" i="0">
                <a:solidFill>
                  <a:srgbClr val="CF1727"/>
                </a:solidFill>
                <a:latin typeface="Arial"/>
                <a:ea typeface="Arial"/>
                <a:cs typeface="Arial"/>
              </a:rPr>
              <a:t>ISO 9001:2015</a:t>
            </a:r>
          </a:p>
        </p:txBody>
      </p:sp>
      <p:sp>
        <p:nvSpPr>
          <p:cNvPr id="18" name="">
            <a:extLst xmlns:a="http://schemas.openxmlformats.org/drawingml/2006/main">
              <a:ext uri="{FF2B5EF4-FFF2-40B4-BE49-F238E27FC236}">
                <a16:creationId xmlns:a16="http://schemas.microsoft.com/office/drawing/2014/main" id="{4FD8E8D0-BDC6-4CDA-8131-2B210D388C30}"/>
              </a:ext>
            </a:extLst>
          </p:cNvPr>
          <p:cNvSpPr>
            <a:spLocks xmlns:a="http://schemas.openxmlformats.org/drawingml/2006/main" noGrp="1"/>
          </p:cNvSpPr>
          <p:nvPr/>
        </p:nvSpPr>
        <p:spPr>
          <a:xfrm xmlns:a="http://schemas.openxmlformats.org/drawingml/2006/main">
            <a:off x="762000" y="5686425"/>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211D1A"/>
                </a:solidFill>
                <a:latin typeface="Arial"/>
                <a:ea typeface="Arial"/>
                <a:cs typeface="Arial"/>
              </a:defRPr>
            </a:defPPr>
            <a:lvl1pPr algn="l">
              <a:defRPr sz="1200" b="0" i="0">
                <a:solidFill>
                  <a:srgbClr val="211D1A"/>
                </a:solidFill>
                <a:latin typeface="Arial"/>
                <a:ea typeface="Arial"/>
                <a:cs typeface="Arial"/>
              </a:defRPr>
            </a:lvl1pPr>
            <a:lvl2pPr algn="l">
              <a:defRPr sz="1200" b="0" i="0">
                <a:solidFill>
                  <a:srgbClr val="211D1A"/>
                </a:solidFill>
                <a:latin typeface="Arial"/>
                <a:ea typeface="Arial"/>
                <a:cs typeface="Arial"/>
              </a:defRPr>
            </a:lvl2pPr>
            <a:lvl3pPr algn="l">
              <a:defRPr sz="1200" b="0" i="0">
                <a:solidFill>
                  <a:srgbClr val="211D1A"/>
                </a:solidFill>
                <a:latin typeface="Arial"/>
                <a:ea typeface="Arial"/>
                <a:cs typeface="Arial"/>
              </a:defRPr>
            </a:lvl3pPr>
            <a:lvl4pPr algn="l">
              <a:defRPr sz="1200" b="0" i="0">
                <a:solidFill>
                  <a:srgbClr val="211D1A"/>
                </a:solidFill>
                <a:latin typeface="Arial"/>
                <a:ea typeface="Arial"/>
                <a:cs typeface="Arial"/>
              </a:defRPr>
            </a:lvl4pPr>
            <a:lvl5pPr algn="l">
              <a:defRPr sz="1200" b="0" i="0">
                <a:solidFill>
                  <a:srgbClr val="211D1A"/>
                </a:solidFill>
                <a:latin typeface="Arial"/>
                <a:ea typeface="Arial"/>
                <a:cs typeface="Arial"/>
              </a:defRPr>
            </a:lvl5pPr>
            <a:lvl6pPr algn="l">
              <a:defRPr sz="1200" b="0" i="0">
                <a:solidFill>
                  <a:srgbClr val="211D1A"/>
                </a:solidFill>
                <a:latin typeface="Arial"/>
                <a:ea typeface="Arial"/>
                <a:cs typeface="Arial"/>
              </a:defRPr>
            </a:lvl6pPr>
            <a:lvl7pPr algn="l">
              <a:defRPr sz="1200" b="0" i="0">
                <a:solidFill>
                  <a:srgbClr val="211D1A"/>
                </a:solidFill>
                <a:latin typeface="Arial"/>
                <a:ea typeface="Arial"/>
                <a:cs typeface="Arial"/>
              </a:defRPr>
            </a:lvl7pPr>
            <a:lvl8pPr algn="l">
              <a:defRPr sz="1200" b="0" i="0">
                <a:solidFill>
                  <a:srgbClr val="211D1A"/>
                </a:solidFill>
                <a:latin typeface="Arial"/>
                <a:ea typeface="Arial"/>
                <a:cs typeface="Arial"/>
              </a:defRPr>
            </a:lvl8pPr>
            <a:lvl9pPr algn="l">
              <a:defRPr sz="1200" b="0" i="0">
                <a:solidFill>
                  <a:srgbClr val="211D1A"/>
                </a:solidFill>
                <a:latin typeface="Arial"/>
                <a:ea typeface="Arial"/>
                <a:cs typeface="Arial"/>
              </a:defRPr>
            </a:lvl9pPr>
          </a:lstStyle>
          <a:p xmlns:a="http://schemas.openxmlformats.org/drawingml/2006/main">
            <a:pPr algn="l">
              <a:lnSpc>
                <a:spcPct val="102000"/>
              </a:lnSpc>
              <a:buNone/>
              <a:defRPr sz="1200" b="0" i="0">
                <a:solidFill>
                  <a:srgbClr val="211D1A"/>
                </a:solidFill>
                <a:latin typeface="Arial"/>
                <a:ea typeface="Arial"/>
                <a:cs typeface="Arial"/>
              </a:defRPr>
            </a:pPr>
            <a:r>
              <a:rPr sz="1200" b="0" i="0">
                <a:solidFill>
                  <a:srgbClr val="211D1A"/>
                </a:solidFill>
                <a:latin typeface="Arial"/>
                <a:ea typeface="Arial"/>
                <a:cs typeface="Arial"/>
              </a:rPr>
              <a:t>Gestión de calidad</a:t>
            </a:r>
          </a:p>
        </p:txBody>
      </p:sp>
      <p:sp>
        <p:nvSpPr>
          <p:cNvPr id="19" name="">
            <a:extLst xmlns:a="http://schemas.openxmlformats.org/drawingml/2006/main">
              <a:ext uri="{FF2B5EF4-FFF2-40B4-BE49-F238E27FC236}">
                <a16:creationId xmlns:a16="http://schemas.microsoft.com/office/drawing/2014/main" id="{1D8CBBCA-FEFB-4364-96CF-BB4C1D12D7D5}"/>
              </a:ext>
            </a:extLst>
          </p:cNvPr>
          <p:cNvSpPr>
            <a:spLocks xmlns:a="http://schemas.openxmlformats.org/drawingml/2006/main" noGrp="1"/>
          </p:cNvSpPr>
          <p:nvPr/>
        </p:nvSpPr>
        <p:spPr>
          <a:xfrm xmlns:a="http://schemas.openxmlformats.org/drawingml/2006/main">
            <a:off x="4381500" y="54102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CF1727"/>
                </a:solidFill>
                <a:latin typeface="Arial"/>
                <a:ea typeface="Arial"/>
                <a:cs typeface="Arial"/>
              </a:defRPr>
            </a:defPPr>
            <a:lvl1pPr algn="l">
              <a:defRPr sz="1275" b="1" i="0">
                <a:solidFill>
                  <a:srgbClr val="CF1727"/>
                </a:solidFill>
                <a:latin typeface="Arial"/>
                <a:ea typeface="Arial"/>
                <a:cs typeface="Arial"/>
              </a:defRPr>
            </a:lvl1pPr>
            <a:lvl2pPr algn="l">
              <a:defRPr sz="1275" b="1" i="0">
                <a:solidFill>
                  <a:srgbClr val="CF1727"/>
                </a:solidFill>
                <a:latin typeface="Arial"/>
                <a:ea typeface="Arial"/>
                <a:cs typeface="Arial"/>
              </a:defRPr>
            </a:lvl2pPr>
            <a:lvl3pPr algn="l">
              <a:defRPr sz="1275" b="1" i="0">
                <a:solidFill>
                  <a:srgbClr val="CF1727"/>
                </a:solidFill>
                <a:latin typeface="Arial"/>
                <a:ea typeface="Arial"/>
                <a:cs typeface="Arial"/>
              </a:defRPr>
            </a:lvl3pPr>
            <a:lvl4pPr algn="l">
              <a:defRPr sz="1275" b="1" i="0">
                <a:solidFill>
                  <a:srgbClr val="CF1727"/>
                </a:solidFill>
                <a:latin typeface="Arial"/>
                <a:ea typeface="Arial"/>
                <a:cs typeface="Arial"/>
              </a:defRPr>
            </a:lvl4pPr>
            <a:lvl5pPr algn="l">
              <a:defRPr sz="1275" b="1" i="0">
                <a:solidFill>
                  <a:srgbClr val="CF1727"/>
                </a:solidFill>
                <a:latin typeface="Arial"/>
                <a:ea typeface="Arial"/>
                <a:cs typeface="Arial"/>
              </a:defRPr>
            </a:lvl5pPr>
            <a:lvl6pPr algn="l">
              <a:defRPr sz="1275" b="1" i="0">
                <a:solidFill>
                  <a:srgbClr val="CF1727"/>
                </a:solidFill>
                <a:latin typeface="Arial"/>
                <a:ea typeface="Arial"/>
                <a:cs typeface="Arial"/>
              </a:defRPr>
            </a:lvl6pPr>
            <a:lvl7pPr algn="l">
              <a:defRPr sz="1275" b="1" i="0">
                <a:solidFill>
                  <a:srgbClr val="CF1727"/>
                </a:solidFill>
                <a:latin typeface="Arial"/>
                <a:ea typeface="Arial"/>
                <a:cs typeface="Arial"/>
              </a:defRPr>
            </a:lvl7pPr>
            <a:lvl8pPr algn="l">
              <a:defRPr sz="1275" b="1" i="0">
                <a:solidFill>
                  <a:srgbClr val="CF1727"/>
                </a:solidFill>
                <a:latin typeface="Arial"/>
                <a:ea typeface="Arial"/>
                <a:cs typeface="Arial"/>
              </a:defRPr>
            </a:lvl8pPr>
            <a:lvl9pPr algn="l">
              <a:defRPr sz="1275" b="1" i="0">
                <a:solidFill>
                  <a:srgbClr val="CF1727"/>
                </a:solidFill>
                <a:latin typeface="Arial"/>
                <a:ea typeface="Arial"/>
                <a:cs typeface="Arial"/>
              </a:defRPr>
            </a:lvl9pPr>
          </a:lstStyle>
          <a:p xmlns:a="http://schemas.openxmlformats.org/drawingml/2006/main">
            <a:pPr algn="l">
              <a:lnSpc>
                <a:spcPct val="102000"/>
              </a:lnSpc>
              <a:buNone/>
              <a:defRPr sz="1275" b="1" i="0">
                <a:solidFill>
                  <a:srgbClr val="CF1727"/>
                </a:solidFill>
                <a:latin typeface="Arial"/>
                <a:ea typeface="Arial"/>
                <a:cs typeface="Arial"/>
              </a:defRPr>
            </a:pPr>
            <a:r>
              <a:rPr sz="1275" b="1" i="0">
                <a:solidFill>
                  <a:srgbClr val="CF1727"/>
                </a:solidFill>
                <a:latin typeface="Arial"/>
                <a:ea typeface="Arial"/>
                <a:cs typeface="Arial"/>
              </a:rPr>
              <a:t>ISO 14001:2015</a:t>
            </a:r>
          </a:p>
        </p:txBody>
      </p:sp>
      <p:sp>
        <p:nvSpPr>
          <p:cNvPr id="20" name="">
            <a:extLst xmlns:a="http://schemas.openxmlformats.org/drawingml/2006/main">
              <a:ext uri="{FF2B5EF4-FFF2-40B4-BE49-F238E27FC236}">
                <a16:creationId xmlns:a16="http://schemas.microsoft.com/office/drawing/2014/main" id="{3F522B7E-6859-452E-AD0E-547FF4412A3D}"/>
              </a:ext>
            </a:extLst>
          </p:cNvPr>
          <p:cNvSpPr>
            <a:spLocks xmlns:a="http://schemas.openxmlformats.org/drawingml/2006/main" noGrp="1"/>
          </p:cNvSpPr>
          <p:nvPr/>
        </p:nvSpPr>
        <p:spPr>
          <a:xfrm xmlns:a="http://schemas.openxmlformats.org/drawingml/2006/main">
            <a:off x="4381500" y="5686425"/>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211D1A"/>
                </a:solidFill>
                <a:latin typeface="Arial"/>
                <a:ea typeface="Arial"/>
                <a:cs typeface="Arial"/>
              </a:defRPr>
            </a:defPPr>
            <a:lvl1pPr algn="l">
              <a:defRPr sz="1200" b="0" i="0">
                <a:solidFill>
                  <a:srgbClr val="211D1A"/>
                </a:solidFill>
                <a:latin typeface="Arial"/>
                <a:ea typeface="Arial"/>
                <a:cs typeface="Arial"/>
              </a:defRPr>
            </a:lvl1pPr>
            <a:lvl2pPr algn="l">
              <a:defRPr sz="1200" b="0" i="0">
                <a:solidFill>
                  <a:srgbClr val="211D1A"/>
                </a:solidFill>
                <a:latin typeface="Arial"/>
                <a:ea typeface="Arial"/>
                <a:cs typeface="Arial"/>
              </a:defRPr>
            </a:lvl2pPr>
            <a:lvl3pPr algn="l">
              <a:defRPr sz="1200" b="0" i="0">
                <a:solidFill>
                  <a:srgbClr val="211D1A"/>
                </a:solidFill>
                <a:latin typeface="Arial"/>
                <a:ea typeface="Arial"/>
                <a:cs typeface="Arial"/>
              </a:defRPr>
            </a:lvl3pPr>
            <a:lvl4pPr algn="l">
              <a:defRPr sz="1200" b="0" i="0">
                <a:solidFill>
                  <a:srgbClr val="211D1A"/>
                </a:solidFill>
                <a:latin typeface="Arial"/>
                <a:ea typeface="Arial"/>
                <a:cs typeface="Arial"/>
              </a:defRPr>
            </a:lvl4pPr>
            <a:lvl5pPr algn="l">
              <a:defRPr sz="1200" b="0" i="0">
                <a:solidFill>
                  <a:srgbClr val="211D1A"/>
                </a:solidFill>
                <a:latin typeface="Arial"/>
                <a:ea typeface="Arial"/>
                <a:cs typeface="Arial"/>
              </a:defRPr>
            </a:lvl5pPr>
            <a:lvl6pPr algn="l">
              <a:defRPr sz="1200" b="0" i="0">
                <a:solidFill>
                  <a:srgbClr val="211D1A"/>
                </a:solidFill>
                <a:latin typeface="Arial"/>
                <a:ea typeface="Arial"/>
                <a:cs typeface="Arial"/>
              </a:defRPr>
            </a:lvl6pPr>
            <a:lvl7pPr algn="l">
              <a:defRPr sz="1200" b="0" i="0">
                <a:solidFill>
                  <a:srgbClr val="211D1A"/>
                </a:solidFill>
                <a:latin typeface="Arial"/>
                <a:ea typeface="Arial"/>
                <a:cs typeface="Arial"/>
              </a:defRPr>
            </a:lvl7pPr>
            <a:lvl8pPr algn="l">
              <a:defRPr sz="1200" b="0" i="0">
                <a:solidFill>
                  <a:srgbClr val="211D1A"/>
                </a:solidFill>
                <a:latin typeface="Arial"/>
                <a:ea typeface="Arial"/>
                <a:cs typeface="Arial"/>
              </a:defRPr>
            </a:lvl8pPr>
            <a:lvl9pPr algn="l">
              <a:defRPr sz="1200" b="0" i="0">
                <a:solidFill>
                  <a:srgbClr val="211D1A"/>
                </a:solidFill>
                <a:latin typeface="Arial"/>
                <a:ea typeface="Arial"/>
                <a:cs typeface="Arial"/>
              </a:defRPr>
            </a:lvl9pPr>
          </a:lstStyle>
          <a:p xmlns:a="http://schemas.openxmlformats.org/drawingml/2006/main">
            <a:pPr algn="l">
              <a:lnSpc>
                <a:spcPct val="102000"/>
              </a:lnSpc>
              <a:buNone/>
              <a:defRPr sz="1200" b="0" i="0">
                <a:solidFill>
                  <a:srgbClr val="211D1A"/>
                </a:solidFill>
                <a:latin typeface="Arial"/>
                <a:ea typeface="Arial"/>
                <a:cs typeface="Arial"/>
              </a:defRPr>
            </a:pPr>
            <a:r>
              <a:rPr sz="1200" b="0" i="0">
                <a:solidFill>
                  <a:srgbClr val="211D1A"/>
                </a:solidFill>
                <a:latin typeface="Arial"/>
                <a:ea typeface="Arial"/>
                <a:cs typeface="Arial"/>
              </a:rPr>
              <a:t>Gestión ambiental</a:t>
            </a:r>
          </a:p>
        </p:txBody>
      </p:sp>
      <p:sp>
        <p:nvSpPr>
          <p:cNvPr id="21" name="">
            <a:extLst xmlns:a="http://schemas.openxmlformats.org/drawingml/2006/main">
              <a:ext uri="{FF2B5EF4-FFF2-40B4-BE49-F238E27FC236}">
                <a16:creationId xmlns:a16="http://schemas.microsoft.com/office/drawing/2014/main" id="{BC629067-F2CB-4E34-8FFF-8C80139EA72A}"/>
              </a:ext>
            </a:extLst>
          </p:cNvPr>
          <p:cNvSpPr>
            <a:spLocks xmlns:a="http://schemas.openxmlformats.org/drawingml/2006/main" noGrp="1"/>
          </p:cNvSpPr>
          <p:nvPr/>
        </p:nvSpPr>
        <p:spPr>
          <a:xfrm xmlns:a="http://schemas.openxmlformats.org/drawingml/2006/main">
            <a:off x="8001000" y="54102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CF1727"/>
                </a:solidFill>
                <a:latin typeface="Arial"/>
                <a:ea typeface="Arial"/>
                <a:cs typeface="Arial"/>
              </a:defRPr>
            </a:defPPr>
            <a:lvl1pPr algn="l">
              <a:defRPr sz="1275" b="1" i="0">
                <a:solidFill>
                  <a:srgbClr val="CF1727"/>
                </a:solidFill>
                <a:latin typeface="Arial"/>
                <a:ea typeface="Arial"/>
                <a:cs typeface="Arial"/>
              </a:defRPr>
            </a:lvl1pPr>
            <a:lvl2pPr algn="l">
              <a:defRPr sz="1275" b="1" i="0">
                <a:solidFill>
                  <a:srgbClr val="CF1727"/>
                </a:solidFill>
                <a:latin typeface="Arial"/>
                <a:ea typeface="Arial"/>
                <a:cs typeface="Arial"/>
              </a:defRPr>
            </a:lvl2pPr>
            <a:lvl3pPr algn="l">
              <a:defRPr sz="1275" b="1" i="0">
                <a:solidFill>
                  <a:srgbClr val="CF1727"/>
                </a:solidFill>
                <a:latin typeface="Arial"/>
                <a:ea typeface="Arial"/>
                <a:cs typeface="Arial"/>
              </a:defRPr>
            </a:lvl3pPr>
            <a:lvl4pPr algn="l">
              <a:defRPr sz="1275" b="1" i="0">
                <a:solidFill>
                  <a:srgbClr val="CF1727"/>
                </a:solidFill>
                <a:latin typeface="Arial"/>
                <a:ea typeface="Arial"/>
                <a:cs typeface="Arial"/>
              </a:defRPr>
            </a:lvl4pPr>
            <a:lvl5pPr algn="l">
              <a:defRPr sz="1275" b="1" i="0">
                <a:solidFill>
                  <a:srgbClr val="CF1727"/>
                </a:solidFill>
                <a:latin typeface="Arial"/>
                <a:ea typeface="Arial"/>
                <a:cs typeface="Arial"/>
              </a:defRPr>
            </a:lvl5pPr>
            <a:lvl6pPr algn="l">
              <a:defRPr sz="1275" b="1" i="0">
                <a:solidFill>
                  <a:srgbClr val="CF1727"/>
                </a:solidFill>
                <a:latin typeface="Arial"/>
                <a:ea typeface="Arial"/>
                <a:cs typeface="Arial"/>
              </a:defRPr>
            </a:lvl6pPr>
            <a:lvl7pPr algn="l">
              <a:defRPr sz="1275" b="1" i="0">
                <a:solidFill>
                  <a:srgbClr val="CF1727"/>
                </a:solidFill>
                <a:latin typeface="Arial"/>
                <a:ea typeface="Arial"/>
                <a:cs typeface="Arial"/>
              </a:defRPr>
            </a:lvl7pPr>
            <a:lvl8pPr algn="l">
              <a:defRPr sz="1275" b="1" i="0">
                <a:solidFill>
                  <a:srgbClr val="CF1727"/>
                </a:solidFill>
                <a:latin typeface="Arial"/>
                <a:ea typeface="Arial"/>
                <a:cs typeface="Arial"/>
              </a:defRPr>
            </a:lvl8pPr>
            <a:lvl9pPr algn="l">
              <a:defRPr sz="1275" b="1" i="0">
                <a:solidFill>
                  <a:srgbClr val="CF1727"/>
                </a:solidFill>
                <a:latin typeface="Arial"/>
                <a:ea typeface="Arial"/>
                <a:cs typeface="Arial"/>
              </a:defRPr>
            </a:lvl9pPr>
          </a:lstStyle>
          <a:p xmlns:a="http://schemas.openxmlformats.org/drawingml/2006/main">
            <a:pPr algn="l">
              <a:lnSpc>
                <a:spcPct val="102000"/>
              </a:lnSpc>
              <a:buNone/>
              <a:defRPr sz="1275" b="1" i="0">
                <a:solidFill>
                  <a:srgbClr val="CF1727"/>
                </a:solidFill>
                <a:latin typeface="Arial"/>
                <a:ea typeface="Arial"/>
                <a:cs typeface="Arial"/>
              </a:defRPr>
            </a:pPr>
            <a:r>
              <a:rPr sz="1275" b="1" i="0">
                <a:solidFill>
                  <a:srgbClr val="CF1727"/>
                </a:solidFill>
                <a:latin typeface="Arial"/>
                <a:ea typeface="Arial"/>
                <a:cs typeface="Arial"/>
              </a:rPr>
              <a:t>Trazabilidad GPS</a:t>
            </a:r>
          </a:p>
        </p:txBody>
      </p:sp>
      <p:sp>
        <p:nvSpPr>
          <p:cNvPr id="22" name="">
            <a:extLst xmlns:a="http://schemas.openxmlformats.org/drawingml/2006/main">
              <a:ext uri="{FF2B5EF4-FFF2-40B4-BE49-F238E27FC236}">
                <a16:creationId xmlns:a16="http://schemas.microsoft.com/office/drawing/2014/main" id="{540B2AB6-EB5B-463B-AC6B-AA223193F63E}"/>
              </a:ext>
            </a:extLst>
          </p:cNvPr>
          <p:cNvSpPr>
            <a:spLocks xmlns:a="http://schemas.openxmlformats.org/drawingml/2006/main" noGrp="1"/>
          </p:cNvSpPr>
          <p:nvPr/>
        </p:nvSpPr>
        <p:spPr>
          <a:xfrm xmlns:a="http://schemas.openxmlformats.org/drawingml/2006/main">
            <a:off x="8001000" y="5686425"/>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211D1A"/>
                </a:solidFill>
                <a:latin typeface="Arial"/>
                <a:ea typeface="Arial"/>
                <a:cs typeface="Arial"/>
              </a:defRPr>
            </a:defPPr>
            <a:lvl1pPr algn="l">
              <a:defRPr sz="1200" b="0" i="0">
                <a:solidFill>
                  <a:srgbClr val="211D1A"/>
                </a:solidFill>
                <a:latin typeface="Arial"/>
                <a:ea typeface="Arial"/>
                <a:cs typeface="Arial"/>
              </a:defRPr>
            </a:lvl1pPr>
            <a:lvl2pPr algn="l">
              <a:defRPr sz="1200" b="0" i="0">
                <a:solidFill>
                  <a:srgbClr val="211D1A"/>
                </a:solidFill>
                <a:latin typeface="Arial"/>
                <a:ea typeface="Arial"/>
                <a:cs typeface="Arial"/>
              </a:defRPr>
            </a:lvl2pPr>
            <a:lvl3pPr algn="l">
              <a:defRPr sz="1200" b="0" i="0">
                <a:solidFill>
                  <a:srgbClr val="211D1A"/>
                </a:solidFill>
                <a:latin typeface="Arial"/>
                <a:ea typeface="Arial"/>
                <a:cs typeface="Arial"/>
              </a:defRPr>
            </a:lvl3pPr>
            <a:lvl4pPr algn="l">
              <a:defRPr sz="1200" b="0" i="0">
                <a:solidFill>
                  <a:srgbClr val="211D1A"/>
                </a:solidFill>
                <a:latin typeface="Arial"/>
                <a:ea typeface="Arial"/>
                <a:cs typeface="Arial"/>
              </a:defRPr>
            </a:lvl4pPr>
            <a:lvl5pPr algn="l">
              <a:defRPr sz="1200" b="0" i="0">
                <a:solidFill>
                  <a:srgbClr val="211D1A"/>
                </a:solidFill>
                <a:latin typeface="Arial"/>
                <a:ea typeface="Arial"/>
                <a:cs typeface="Arial"/>
              </a:defRPr>
            </a:lvl5pPr>
            <a:lvl6pPr algn="l">
              <a:defRPr sz="1200" b="0" i="0">
                <a:solidFill>
                  <a:srgbClr val="211D1A"/>
                </a:solidFill>
                <a:latin typeface="Arial"/>
                <a:ea typeface="Arial"/>
                <a:cs typeface="Arial"/>
              </a:defRPr>
            </a:lvl6pPr>
            <a:lvl7pPr algn="l">
              <a:defRPr sz="1200" b="0" i="0">
                <a:solidFill>
                  <a:srgbClr val="211D1A"/>
                </a:solidFill>
                <a:latin typeface="Arial"/>
                <a:ea typeface="Arial"/>
                <a:cs typeface="Arial"/>
              </a:defRPr>
            </a:lvl7pPr>
            <a:lvl8pPr algn="l">
              <a:defRPr sz="1200" b="0" i="0">
                <a:solidFill>
                  <a:srgbClr val="211D1A"/>
                </a:solidFill>
                <a:latin typeface="Arial"/>
                <a:ea typeface="Arial"/>
                <a:cs typeface="Arial"/>
              </a:defRPr>
            </a:lvl8pPr>
            <a:lvl9pPr algn="l">
              <a:defRPr sz="1200" b="0" i="0">
                <a:solidFill>
                  <a:srgbClr val="211D1A"/>
                </a:solidFill>
                <a:latin typeface="Arial"/>
                <a:ea typeface="Arial"/>
                <a:cs typeface="Arial"/>
              </a:defRPr>
            </a:lvl9pPr>
          </a:lstStyle>
          <a:p xmlns:a="http://schemas.openxmlformats.org/drawingml/2006/main">
            <a:pPr algn="l">
              <a:lnSpc>
                <a:spcPct val="102000"/>
              </a:lnSpc>
              <a:buNone/>
              <a:defRPr sz="1200" b="0" i="0">
                <a:solidFill>
                  <a:srgbClr val="211D1A"/>
                </a:solidFill>
                <a:latin typeface="Arial"/>
                <a:ea typeface="Arial"/>
                <a:cs typeface="Arial"/>
              </a:defRPr>
            </a:pPr>
            <a:r>
              <a:rPr sz="1200" b="0" i="0">
                <a:solidFill>
                  <a:srgbClr val="211D1A"/>
                </a:solidFill>
                <a:latin typeface="Arial"/>
                <a:ea typeface="Arial"/>
                <a:cs typeface="Arial"/>
              </a:rPr>
              <a:t>Posición de la mercancía para el cliente</a:t>
            </a:r>
          </a:p>
        </p:txBody>
      </p:sp>
      <p:sp>
        <p:nvSpPr>
          <p:cNvPr id="23" name="">
            <a:extLst xmlns:a="http://schemas.openxmlformats.org/drawingml/2006/main">
              <a:ext uri="{FF2B5EF4-FFF2-40B4-BE49-F238E27FC236}">
                <a16:creationId xmlns:a16="http://schemas.microsoft.com/office/drawing/2014/main" id="{E00CCD8F-09DE-4956-8F84-80E47201C120}"/>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71F406C-ED6D-4BB3-A0E9-0899FF45E0F2}"/>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03 / CÓMO TRABAJAMOS</a:t>
            </a:r>
          </a:p>
        </p:txBody>
      </p:sp>
      <p:sp>
        <p:nvSpPr>
          <p:cNvPr id="25" name="">
            <a:extLst xmlns:a="http://schemas.openxmlformats.org/drawingml/2006/main">
              <a:ext uri="{FF2B5EF4-FFF2-40B4-BE49-F238E27FC236}">
                <a16:creationId xmlns:a16="http://schemas.microsoft.com/office/drawing/2014/main" id="{884C7024-7C8D-418E-98AF-718B240F2D55}"/>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11 / 16</a:t>
            </a:r>
          </a:p>
        </p:txBody>
      </p:sp>
    </p:spTree>
    <p:extLst>
      <p:ext uri="{BB962C8B-B14F-4D97-AF65-F5344CB8AC3E}">
        <p14:creationId xmlns:p14="http://schemas.microsoft.com/office/powerpoint/2010/main" val="93575972"/>
      </p:ext>
    </p:extLst>
  </p:cSld>
</p:sld>
</file>

<file path=ppt/slides/slide12.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27869FE-FE87-42CE-963A-2C376790B3D9}"/>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CD5B7E-011C-45FD-8B78-B4DFF31B9B20}"/>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04 / DÓNDE ESTAMOS</a:t>
            </a:r>
          </a:p>
        </p:txBody>
      </p:sp>
      <p:sp>
        <p:nvSpPr>
          <p:cNvPr id="3" name="">
            <a:extLst xmlns:a="http://schemas.openxmlformats.org/drawingml/2006/main">
              <a:ext uri="{FF2B5EF4-FFF2-40B4-BE49-F238E27FC236}">
                <a16:creationId xmlns:a16="http://schemas.microsoft.com/office/drawing/2014/main" id="{4BF25D0B-4B1C-445F-9F7D-AF220E2B1FC4}"/>
              </a:ext>
            </a:extLst>
          </p:cNvPr>
          <p:cNvSpPr>
            <a:spLocks xmlns:a="http://schemas.openxmlformats.org/drawingml/2006/main" noGrp="1"/>
          </p:cNvSpPr>
          <p:nvPr/>
        </p:nvSpPr>
        <p:spPr>
          <a:xfrm xmlns:a="http://schemas.openxmlformats.org/drawingml/2006/main">
            <a:off x="762000" y="1028700"/>
            <a:ext cx="1066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425" b="0" i="0">
                <a:solidFill>
                  <a:srgbClr val="211D1A"/>
                </a:solidFill>
                <a:latin typeface="Georgia"/>
                <a:ea typeface="Georgia"/>
                <a:cs typeface="Georgia"/>
              </a:defRPr>
            </a:defPPr>
            <a:lvl1pPr algn="l">
              <a:defRPr sz="4425" b="0" i="0">
                <a:solidFill>
                  <a:srgbClr val="211D1A"/>
                </a:solidFill>
                <a:latin typeface="Georgia"/>
                <a:ea typeface="Georgia"/>
                <a:cs typeface="Georgia"/>
              </a:defRPr>
            </a:lvl1pPr>
            <a:lvl2pPr algn="l">
              <a:defRPr sz="4425" b="0" i="0">
                <a:solidFill>
                  <a:srgbClr val="211D1A"/>
                </a:solidFill>
                <a:latin typeface="Georgia"/>
                <a:ea typeface="Georgia"/>
                <a:cs typeface="Georgia"/>
              </a:defRPr>
            </a:lvl2pPr>
            <a:lvl3pPr algn="l">
              <a:defRPr sz="4425" b="0" i="0">
                <a:solidFill>
                  <a:srgbClr val="211D1A"/>
                </a:solidFill>
                <a:latin typeface="Georgia"/>
                <a:ea typeface="Georgia"/>
                <a:cs typeface="Georgia"/>
              </a:defRPr>
            </a:lvl3pPr>
            <a:lvl4pPr algn="l">
              <a:defRPr sz="4425" b="0" i="0">
                <a:solidFill>
                  <a:srgbClr val="211D1A"/>
                </a:solidFill>
                <a:latin typeface="Georgia"/>
                <a:ea typeface="Georgia"/>
                <a:cs typeface="Georgia"/>
              </a:defRPr>
            </a:lvl4pPr>
            <a:lvl5pPr algn="l">
              <a:defRPr sz="4425" b="0" i="0">
                <a:solidFill>
                  <a:srgbClr val="211D1A"/>
                </a:solidFill>
                <a:latin typeface="Georgia"/>
                <a:ea typeface="Georgia"/>
                <a:cs typeface="Georgia"/>
              </a:defRPr>
            </a:lvl5pPr>
            <a:lvl6pPr algn="l">
              <a:defRPr sz="4425" b="0" i="0">
                <a:solidFill>
                  <a:srgbClr val="211D1A"/>
                </a:solidFill>
                <a:latin typeface="Georgia"/>
                <a:ea typeface="Georgia"/>
                <a:cs typeface="Georgia"/>
              </a:defRPr>
            </a:lvl6pPr>
            <a:lvl7pPr algn="l">
              <a:defRPr sz="4425" b="0" i="0">
                <a:solidFill>
                  <a:srgbClr val="211D1A"/>
                </a:solidFill>
                <a:latin typeface="Georgia"/>
                <a:ea typeface="Georgia"/>
                <a:cs typeface="Georgia"/>
              </a:defRPr>
            </a:lvl7pPr>
            <a:lvl8pPr algn="l">
              <a:defRPr sz="4425" b="0" i="0">
                <a:solidFill>
                  <a:srgbClr val="211D1A"/>
                </a:solidFill>
                <a:latin typeface="Georgia"/>
                <a:ea typeface="Georgia"/>
                <a:cs typeface="Georgia"/>
              </a:defRPr>
            </a:lvl8pPr>
            <a:lvl9pPr algn="l">
              <a:defRPr sz="4425" b="0" i="0">
                <a:solidFill>
                  <a:srgbClr val="211D1A"/>
                </a:solidFill>
                <a:latin typeface="Georgia"/>
                <a:ea typeface="Georgia"/>
                <a:cs typeface="Georgia"/>
              </a:defRPr>
            </a:lvl9pPr>
          </a:lstStyle>
          <a:p xmlns:a="http://schemas.openxmlformats.org/drawingml/2006/main">
            <a:pPr algn="l">
              <a:lnSpc>
                <a:spcPct val="98000"/>
              </a:lnSpc>
              <a:buNone/>
              <a:defRPr sz="4425" b="0" i="0">
                <a:solidFill>
                  <a:srgbClr val="211D1A"/>
                </a:solidFill>
                <a:latin typeface="Georgia"/>
                <a:ea typeface="Georgia"/>
                <a:cs typeface="Georgia"/>
              </a:defRPr>
            </a:pPr>
            <a:r>
              <a:rPr sz="4425" b="0" i="0">
                <a:solidFill>
                  <a:srgbClr val="211D1A"/>
                </a:solidFill>
                <a:latin typeface="Georgia"/>
                <a:ea typeface="Georgia"/>
                <a:cs typeface="Georgia"/>
              </a:rPr>
              <a:t>Entre Cuenca y Valencia, junto al puerto</a:t>
            </a:r>
          </a:p>
        </p:txBody>
      </p:sp>
      <p:sp>
        <p:nvSpPr>
          <p:cNvPr id="4" name="">
            <a:extLst xmlns:a="http://schemas.openxmlformats.org/drawingml/2006/main">
              <a:ext uri="{FF2B5EF4-FFF2-40B4-BE49-F238E27FC236}">
                <a16:creationId xmlns:a16="http://schemas.microsoft.com/office/drawing/2014/main" id="{4FD78EAE-2FCB-4C5B-825A-2F176C4517E9}"/>
              </a:ext>
            </a:extLst>
          </p:cNvPr>
          <p:cNvSpPr>
            <a:spLocks xmlns:a="http://schemas.openxmlformats.org/drawingml/2006/main" noGrp="1"/>
          </p:cNvSpPr>
          <p:nvPr/>
        </p:nvSpPr>
        <p:spPr>
          <a:xfrm xmlns:a="http://schemas.openxmlformats.org/drawingml/2006/main">
            <a:off x="762000" y="2562225"/>
            <a:ext cx="4953000" cy="28575"/>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2164ED3-CEC6-42A5-ACCE-ABFC6CCB27DE}"/>
              </a:ext>
            </a:extLst>
          </p:cNvPr>
          <p:cNvSpPr>
            <a:spLocks xmlns:a="http://schemas.openxmlformats.org/drawingml/2006/main" noGrp="1"/>
          </p:cNvSpPr>
          <p:nvPr/>
        </p:nvSpPr>
        <p:spPr>
          <a:xfrm xmlns:a="http://schemas.openxmlformats.org/drawingml/2006/main">
            <a:off x="762000" y="2733675"/>
            <a:ext cx="495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84"/>
          </a:bodyPr>
          <a:lstStyle xmlns:a="http://schemas.openxmlformats.org/drawingml/2006/main">
            <a:defPPr algn="l">
              <a:defRPr sz="3450" b="0" i="0">
                <a:solidFill>
                  <a:srgbClr val="CF1727"/>
                </a:solidFill>
                <a:latin typeface="Georgia"/>
                <a:ea typeface="Georgia"/>
                <a:cs typeface="Georgia"/>
              </a:defRPr>
            </a:defPPr>
            <a:lvl1pPr algn="l">
              <a:defRPr sz="3450" b="0" i="0">
                <a:solidFill>
                  <a:srgbClr val="CF1727"/>
                </a:solidFill>
                <a:latin typeface="Georgia"/>
                <a:ea typeface="Georgia"/>
                <a:cs typeface="Georgia"/>
              </a:defRPr>
            </a:lvl1pPr>
            <a:lvl2pPr algn="l">
              <a:defRPr sz="3450" b="0" i="0">
                <a:solidFill>
                  <a:srgbClr val="CF1727"/>
                </a:solidFill>
                <a:latin typeface="Georgia"/>
                <a:ea typeface="Georgia"/>
                <a:cs typeface="Georgia"/>
              </a:defRPr>
            </a:lvl2pPr>
            <a:lvl3pPr algn="l">
              <a:defRPr sz="3450" b="0" i="0">
                <a:solidFill>
                  <a:srgbClr val="CF1727"/>
                </a:solidFill>
                <a:latin typeface="Georgia"/>
                <a:ea typeface="Georgia"/>
                <a:cs typeface="Georgia"/>
              </a:defRPr>
            </a:lvl3pPr>
            <a:lvl4pPr algn="l">
              <a:defRPr sz="3450" b="0" i="0">
                <a:solidFill>
                  <a:srgbClr val="CF1727"/>
                </a:solidFill>
                <a:latin typeface="Georgia"/>
                <a:ea typeface="Georgia"/>
                <a:cs typeface="Georgia"/>
              </a:defRPr>
            </a:lvl4pPr>
            <a:lvl5pPr algn="l">
              <a:defRPr sz="3450" b="0" i="0">
                <a:solidFill>
                  <a:srgbClr val="CF1727"/>
                </a:solidFill>
                <a:latin typeface="Georgia"/>
                <a:ea typeface="Georgia"/>
                <a:cs typeface="Georgia"/>
              </a:defRPr>
            </a:lvl5pPr>
            <a:lvl6pPr algn="l">
              <a:defRPr sz="3450" b="0" i="0">
                <a:solidFill>
                  <a:srgbClr val="CF1727"/>
                </a:solidFill>
                <a:latin typeface="Georgia"/>
                <a:ea typeface="Georgia"/>
                <a:cs typeface="Georgia"/>
              </a:defRPr>
            </a:lvl6pPr>
            <a:lvl7pPr algn="l">
              <a:defRPr sz="3450" b="0" i="0">
                <a:solidFill>
                  <a:srgbClr val="CF1727"/>
                </a:solidFill>
                <a:latin typeface="Georgia"/>
                <a:ea typeface="Georgia"/>
                <a:cs typeface="Georgia"/>
              </a:defRPr>
            </a:lvl7pPr>
            <a:lvl8pPr algn="l">
              <a:defRPr sz="3450" b="0" i="0">
                <a:solidFill>
                  <a:srgbClr val="CF1727"/>
                </a:solidFill>
                <a:latin typeface="Georgia"/>
                <a:ea typeface="Georgia"/>
                <a:cs typeface="Georgia"/>
              </a:defRPr>
            </a:lvl8pPr>
            <a:lvl9pPr algn="l">
              <a:defRPr sz="3450" b="0" i="0">
                <a:solidFill>
                  <a:srgbClr val="CF1727"/>
                </a:solidFill>
                <a:latin typeface="Georgia"/>
                <a:ea typeface="Georgia"/>
                <a:cs typeface="Georgia"/>
              </a:defRPr>
            </a:lvl9pPr>
          </a:lstStyle>
          <a:p xmlns:a="http://schemas.openxmlformats.org/drawingml/2006/main">
            <a:pPr algn="l">
              <a:lnSpc>
                <a:spcPct val="102000"/>
              </a:lnSpc>
              <a:buNone/>
              <a:defRPr sz="3450" b="0" i="0">
                <a:solidFill>
                  <a:srgbClr val="CF1727"/>
                </a:solidFill>
                <a:latin typeface="Georgia"/>
                <a:ea typeface="Georgia"/>
                <a:cs typeface="Georgia"/>
              </a:defRPr>
            </a:pPr>
            <a:r>
              <a:rPr sz="3450" b="0" i="0">
                <a:solidFill>
                  <a:srgbClr val="CF1727"/>
                </a:solidFill>
                <a:latin typeface="Georgia"/>
                <a:ea typeface="Georgia"/>
                <a:cs typeface="Georgia"/>
              </a:rPr>
              <a:t>Cuenca</a:t>
            </a:r>
          </a:p>
        </p:txBody>
      </p:sp>
      <p:sp>
        <p:nvSpPr>
          <p:cNvPr id="6" name="">
            <a:extLst xmlns:a="http://schemas.openxmlformats.org/drawingml/2006/main">
              <a:ext uri="{FF2B5EF4-FFF2-40B4-BE49-F238E27FC236}">
                <a16:creationId xmlns:a16="http://schemas.microsoft.com/office/drawing/2014/main" id="{CB496C4C-8EB6-40B8-93BE-1E8DD50A783F}"/>
              </a:ext>
            </a:extLst>
          </p:cNvPr>
          <p:cNvSpPr>
            <a:spLocks xmlns:a="http://schemas.openxmlformats.org/drawingml/2006/main" noGrp="1"/>
          </p:cNvSpPr>
          <p:nvPr/>
        </p:nvSpPr>
        <p:spPr>
          <a:xfrm xmlns:a="http://schemas.openxmlformats.org/drawingml/2006/main">
            <a:off x="762000" y="3514725"/>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97ADF7E-559F-4563-96C7-84766D1250FA}"/>
              </a:ext>
            </a:extLst>
          </p:cNvPr>
          <p:cNvSpPr>
            <a:spLocks xmlns:a="http://schemas.openxmlformats.org/drawingml/2006/main" noGrp="1"/>
          </p:cNvSpPr>
          <p:nvPr/>
        </p:nvSpPr>
        <p:spPr>
          <a:xfrm xmlns:a="http://schemas.openxmlformats.org/drawingml/2006/main">
            <a:off x="762000" y="3638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CF1727"/>
                </a:solidFill>
                <a:latin typeface="Arial"/>
                <a:ea typeface="Arial"/>
                <a:cs typeface="Arial"/>
              </a:defRPr>
            </a:defPPr>
            <a:lvl1pPr algn="l">
              <a:defRPr sz="825" b="1" i="0">
                <a:solidFill>
                  <a:srgbClr val="CF1727"/>
                </a:solidFill>
                <a:latin typeface="Arial"/>
                <a:ea typeface="Arial"/>
                <a:cs typeface="Arial"/>
              </a:defRPr>
            </a:lvl1pPr>
            <a:lvl2pPr algn="l">
              <a:defRPr sz="825" b="1" i="0">
                <a:solidFill>
                  <a:srgbClr val="CF1727"/>
                </a:solidFill>
                <a:latin typeface="Arial"/>
                <a:ea typeface="Arial"/>
                <a:cs typeface="Arial"/>
              </a:defRPr>
            </a:lvl2pPr>
            <a:lvl3pPr algn="l">
              <a:defRPr sz="825" b="1" i="0">
                <a:solidFill>
                  <a:srgbClr val="CF1727"/>
                </a:solidFill>
                <a:latin typeface="Arial"/>
                <a:ea typeface="Arial"/>
                <a:cs typeface="Arial"/>
              </a:defRPr>
            </a:lvl3pPr>
            <a:lvl4pPr algn="l">
              <a:defRPr sz="825" b="1" i="0">
                <a:solidFill>
                  <a:srgbClr val="CF1727"/>
                </a:solidFill>
                <a:latin typeface="Arial"/>
                <a:ea typeface="Arial"/>
                <a:cs typeface="Arial"/>
              </a:defRPr>
            </a:lvl4pPr>
            <a:lvl5pPr algn="l">
              <a:defRPr sz="825" b="1" i="0">
                <a:solidFill>
                  <a:srgbClr val="CF1727"/>
                </a:solidFill>
                <a:latin typeface="Arial"/>
                <a:ea typeface="Arial"/>
                <a:cs typeface="Arial"/>
              </a:defRPr>
            </a:lvl5pPr>
            <a:lvl6pPr algn="l">
              <a:defRPr sz="825" b="1" i="0">
                <a:solidFill>
                  <a:srgbClr val="CF1727"/>
                </a:solidFill>
                <a:latin typeface="Arial"/>
                <a:ea typeface="Arial"/>
                <a:cs typeface="Arial"/>
              </a:defRPr>
            </a:lvl6pPr>
            <a:lvl7pPr algn="l">
              <a:defRPr sz="825" b="1" i="0">
                <a:solidFill>
                  <a:srgbClr val="CF1727"/>
                </a:solidFill>
                <a:latin typeface="Arial"/>
                <a:ea typeface="Arial"/>
                <a:cs typeface="Arial"/>
              </a:defRPr>
            </a:lvl7pPr>
            <a:lvl8pPr algn="l">
              <a:defRPr sz="825" b="1" i="0">
                <a:solidFill>
                  <a:srgbClr val="CF1727"/>
                </a:solidFill>
                <a:latin typeface="Arial"/>
                <a:ea typeface="Arial"/>
                <a:cs typeface="Arial"/>
              </a:defRPr>
            </a:lvl8pPr>
            <a:lvl9pPr algn="l">
              <a:defRPr sz="825" b="1" i="0">
                <a:solidFill>
                  <a:srgbClr val="CF1727"/>
                </a:solidFill>
                <a:latin typeface="Arial"/>
                <a:ea typeface="Arial"/>
                <a:cs typeface="Arial"/>
              </a:defRPr>
            </a:lvl9pPr>
          </a:lstStyle>
          <a:p xmlns:a="http://schemas.openxmlformats.org/drawingml/2006/main">
            <a:pPr algn="l">
              <a:lnSpc>
                <a:spcPct val="102000"/>
              </a:lnSpc>
              <a:buNone/>
              <a:defRPr sz="825" b="1" i="0">
                <a:solidFill>
                  <a:srgbClr val="CF1727"/>
                </a:solidFill>
                <a:latin typeface="Arial"/>
                <a:ea typeface="Arial"/>
                <a:cs typeface="Arial"/>
              </a:defRPr>
            </a:pPr>
            <a:r>
              <a:rPr sz="825" b="1" i="0">
                <a:solidFill>
                  <a:srgbClr val="CF1727"/>
                </a:solidFill>
                <a:latin typeface="Arial"/>
                <a:ea typeface="Arial"/>
                <a:cs typeface="Arial"/>
              </a:rPr>
              <a:t>SEDE CENTRAL</a:t>
            </a:r>
          </a:p>
        </p:txBody>
      </p:sp>
      <p:sp>
        <p:nvSpPr>
          <p:cNvPr id="8" name="">
            <a:extLst xmlns:a="http://schemas.openxmlformats.org/drawingml/2006/main">
              <a:ext uri="{FF2B5EF4-FFF2-40B4-BE49-F238E27FC236}">
                <a16:creationId xmlns:a16="http://schemas.microsoft.com/office/drawing/2014/main" id="{7077727E-98FD-4190-A750-4DCB3CA88337}"/>
              </a:ext>
            </a:extLst>
          </p:cNvPr>
          <p:cNvSpPr>
            <a:spLocks xmlns:a="http://schemas.openxmlformats.org/drawingml/2006/main" noGrp="1"/>
          </p:cNvSpPr>
          <p:nvPr/>
        </p:nvSpPr>
        <p:spPr>
          <a:xfrm xmlns:a="http://schemas.openxmlformats.org/drawingml/2006/main">
            <a:off x="2476500" y="3581400"/>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211D1A"/>
                </a:solidFill>
                <a:latin typeface="Arial"/>
                <a:ea typeface="Arial"/>
                <a:cs typeface="Arial"/>
              </a:defRPr>
            </a:defPPr>
            <a:lvl1pPr algn="l">
              <a:defRPr sz="1875" b="1" i="0">
                <a:solidFill>
                  <a:srgbClr val="211D1A"/>
                </a:solidFill>
                <a:latin typeface="Arial"/>
                <a:ea typeface="Arial"/>
                <a:cs typeface="Arial"/>
              </a:defRPr>
            </a:lvl1pPr>
            <a:lvl2pPr algn="l">
              <a:defRPr sz="1875" b="1" i="0">
                <a:solidFill>
                  <a:srgbClr val="211D1A"/>
                </a:solidFill>
                <a:latin typeface="Arial"/>
                <a:ea typeface="Arial"/>
                <a:cs typeface="Arial"/>
              </a:defRPr>
            </a:lvl2pPr>
            <a:lvl3pPr algn="l">
              <a:defRPr sz="1875" b="1" i="0">
                <a:solidFill>
                  <a:srgbClr val="211D1A"/>
                </a:solidFill>
                <a:latin typeface="Arial"/>
                <a:ea typeface="Arial"/>
                <a:cs typeface="Arial"/>
              </a:defRPr>
            </a:lvl3pPr>
            <a:lvl4pPr algn="l">
              <a:defRPr sz="1875" b="1" i="0">
                <a:solidFill>
                  <a:srgbClr val="211D1A"/>
                </a:solidFill>
                <a:latin typeface="Arial"/>
                <a:ea typeface="Arial"/>
                <a:cs typeface="Arial"/>
              </a:defRPr>
            </a:lvl4pPr>
            <a:lvl5pPr algn="l">
              <a:defRPr sz="1875" b="1" i="0">
                <a:solidFill>
                  <a:srgbClr val="211D1A"/>
                </a:solidFill>
                <a:latin typeface="Arial"/>
                <a:ea typeface="Arial"/>
                <a:cs typeface="Arial"/>
              </a:defRPr>
            </a:lvl5pPr>
            <a:lvl6pPr algn="l">
              <a:defRPr sz="1875" b="1" i="0">
                <a:solidFill>
                  <a:srgbClr val="211D1A"/>
                </a:solidFill>
                <a:latin typeface="Arial"/>
                <a:ea typeface="Arial"/>
                <a:cs typeface="Arial"/>
              </a:defRPr>
            </a:lvl6pPr>
            <a:lvl7pPr algn="l">
              <a:defRPr sz="1875" b="1" i="0">
                <a:solidFill>
                  <a:srgbClr val="211D1A"/>
                </a:solidFill>
                <a:latin typeface="Arial"/>
                <a:ea typeface="Arial"/>
                <a:cs typeface="Arial"/>
              </a:defRPr>
            </a:lvl7pPr>
            <a:lvl8pPr algn="l">
              <a:defRPr sz="1875" b="1" i="0">
                <a:solidFill>
                  <a:srgbClr val="211D1A"/>
                </a:solidFill>
                <a:latin typeface="Arial"/>
                <a:ea typeface="Arial"/>
                <a:cs typeface="Arial"/>
              </a:defRPr>
            </a:lvl8pPr>
            <a:lvl9pPr algn="l">
              <a:defRPr sz="1875" b="1" i="0">
                <a:solidFill>
                  <a:srgbClr val="211D1A"/>
                </a:solidFill>
                <a:latin typeface="Arial"/>
                <a:ea typeface="Arial"/>
                <a:cs typeface="Arial"/>
              </a:defRPr>
            </a:lvl9pPr>
          </a:lstStyle>
          <a:p xmlns:a="http://schemas.openxmlformats.org/drawingml/2006/main">
            <a:pPr algn="l">
              <a:lnSpc>
                <a:spcPct val="102000"/>
              </a:lnSpc>
              <a:buNone/>
              <a:defRPr sz="1875" b="1" i="0">
                <a:solidFill>
                  <a:srgbClr val="211D1A"/>
                </a:solidFill>
                <a:latin typeface="Arial"/>
                <a:ea typeface="Arial"/>
                <a:cs typeface="Arial"/>
              </a:defRPr>
            </a:pPr>
            <a:r>
              <a:rPr sz="1875" b="1" i="0">
                <a:solidFill>
                  <a:srgbClr val="211D1A"/>
                </a:solidFill>
                <a:latin typeface="Arial"/>
                <a:ea typeface="Arial"/>
                <a:cs typeface="Arial"/>
              </a:rPr>
              <a:t>Minglanilla</a:t>
            </a:r>
          </a:p>
        </p:txBody>
      </p:sp>
      <p:sp>
        <p:nvSpPr>
          <p:cNvPr id="9" name="">
            <a:extLst xmlns:a="http://schemas.openxmlformats.org/drawingml/2006/main">
              <a:ext uri="{FF2B5EF4-FFF2-40B4-BE49-F238E27FC236}">
                <a16:creationId xmlns:a16="http://schemas.microsoft.com/office/drawing/2014/main" id="{2AC8E55B-1205-404A-9158-92577A3798FA}"/>
              </a:ext>
            </a:extLst>
          </p:cNvPr>
          <p:cNvSpPr>
            <a:spLocks xmlns:a="http://schemas.openxmlformats.org/drawingml/2006/main" noGrp="1"/>
          </p:cNvSpPr>
          <p:nvPr/>
        </p:nvSpPr>
        <p:spPr>
          <a:xfrm xmlns:a="http://schemas.openxmlformats.org/drawingml/2006/main">
            <a:off x="2476500" y="3962400"/>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C625E"/>
                </a:solidFill>
                <a:latin typeface="Arial"/>
                <a:ea typeface="Arial"/>
                <a:cs typeface="Arial"/>
              </a:defRPr>
            </a:defPPr>
            <a:lvl1pPr algn="l">
              <a:defRPr sz="1125" b="0" i="0">
                <a:solidFill>
                  <a:srgbClr val="6C625E"/>
                </a:solidFill>
                <a:latin typeface="Arial"/>
                <a:ea typeface="Arial"/>
                <a:cs typeface="Arial"/>
              </a:defRPr>
            </a:lvl1pPr>
            <a:lvl2pPr algn="l">
              <a:defRPr sz="1125" b="0" i="0">
                <a:solidFill>
                  <a:srgbClr val="6C625E"/>
                </a:solidFill>
                <a:latin typeface="Arial"/>
                <a:ea typeface="Arial"/>
                <a:cs typeface="Arial"/>
              </a:defRPr>
            </a:lvl2pPr>
            <a:lvl3pPr algn="l">
              <a:defRPr sz="1125" b="0" i="0">
                <a:solidFill>
                  <a:srgbClr val="6C625E"/>
                </a:solidFill>
                <a:latin typeface="Arial"/>
                <a:ea typeface="Arial"/>
                <a:cs typeface="Arial"/>
              </a:defRPr>
            </a:lvl3pPr>
            <a:lvl4pPr algn="l">
              <a:defRPr sz="1125" b="0" i="0">
                <a:solidFill>
                  <a:srgbClr val="6C625E"/>
                </a:solidFill>
                <a:latin typeface="Arial"/>
                <a:ea typeface="Arial"/>
                <a:cs typeface="Arial"/>
              </a:defRPr>
            </a:lvl4pPr>
            <a:lvl5pPr algn="l">
              <a:defRPr sz="1125" b="0" i="0">
                <a:solidFill>
                  <a:srgbClr val="6C625E"/>
                </a:solidFill>
                <a:latin typeface="Arial"/>
                <a:ea typeface="Arial"/>
                <a:cs typeface="Arial"/>
              </a:defRPr>
            </a:lvl5pPr>
            <a:lvl6pPr algn="l">
              <a:defRPr sz="1125" b="0" i="0">
                <a:solidFill>
                  <a:srgbClr val="6C625E"/>
                </a:solidFill>
                <a:latin typeface="Arial"/>
                <a:ea typeface="Arial"/>
                <a:cs typeface="Arial"/>
              </a:defRPr>
            </a:lvl6pPr>
            <a:lvl7pPr algn="l">
              <a:defRPr sz="1125" b="0" i="0">
                <a:solidFill>
                  <a:srgbClr val="6C625E"/>
                </a:solidFill>
                <a:latin typeface="Arial"/>
                <a:ea typeface="Arial"/>
                <a:cs typeface="Arial"/>
              </a:defRPr>
            </a:lvl7pPr>
            <a:lvl8pPr algn="l">
              <a:defRPr sz="1125" b="0" i="0">
                <a:solidFill>
                  <a:srgbClr val="6C625E"/>
                </a:solidFill>
                <a:latin typeface="Arial"/>
                <a:ea typeface="Arial"/>
                <a:cs typeface="Arial"/>
              </a:defRPr>
            </a:lvl8pPr>
            <a:lvl9pPr algn="l">
              <a:defRPr sz="1125" b="0" i="0">
                <a:solidFill>
                  <a:srgbClr val="6C625E"/>
                </a:solidFill>
                <a:latin typeface="Arial"/>
                <a:ea typeface="Arial"/>
                <a:cs typeface="Arial"/>
              </a:defRPr>
            </a:lvl9pPr>
          </a:lstStyle>
          <a:p xmlns:a="http://schemas.openxmlformats.org/drawingml/2006/main">
            <a:pPr algn="l">
              <a:lnSpc>
                <a:spcPct val="102000"/>
              </a:lnSpc>
              <a:buNone/>
              <a:defRPr sz="1125" b="0" i="0">
                <a:solidFill>
                  <a:srgbClr val="6C625E"/>
                </a:solidFill>
                <a:latin typeface="Arial"/>
                <a:ea typeface="Arial"/>
                <a:cs typeface="Arial"/>
              </a:defRPr>
            </a:pPr>
            <a:r>
              <a:rPr sz="1125" b="0" i="0">
                <a:solidFill>
                  <a:srgbClr val="6C625E"/>
                </a:solidFill>
                <a:latin typeface="Arial"/>
                <a:ea typeface="Arial"/>
                <a:cs typeface="Arial"/>
              </a:rPr>
              <a:t>Polígono Industrial Fuente de los Arrieros. Estación de servicio y lavadero junto a la A-3.</a:t>
            </a:r>
          </a:p>
        </p:txBody>
      </p:sp>
      <p:sp>
        <p:nvSpPr>
          <p:cNvPr id="10" name="">
            <a:extLst xmlns:a="http://schemas.openxmlformats.org/drawingml/2006/main">
              <a:ext uri="{FF2B5EF4-FFF2-40B4-BE49-F238E27FC236}">
                <a16:creationId xmlns:a16="http://schemas.microsoft.com/office/drawing/2014/main" id="{1C573679-0B19-47D7-B4DF-633F46A0D652}"/>
              </a:ext>
            </a:extLst>
          </p:cNvPr>
          <p:cNvSpPr>
            <a:spLocks xmlns:a="http://schemas.openxmlformats.org/drawingml/2006/main" noGrp="1"/>
          </p:cNvSpPr>
          <p:nvPr/>
        </p:nvSpPr>
        <p:spPr>
          <a:xfrm xmlns:a="http://schemas.openxmlformats.org/drawingml/2006/main">
            <a:off x="762000" y="47434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D65B581-BD34-498F-8E45-2C303C106983}"/>
              </a:ext>
            </a:extLst>
          </p:cNvPr>
          <p:cNvSpPr>
            <a:spLocks xmlns:a="http://schemas.openxmlformats.org/drawingml/2006/main" noGrp="1"/>
          </p:cNvSpPr>
          <p:nvPr/>
        </p:nvSpPr>
        <p:spPr>
          <a:xfrm xmlns:a="http://schemas.openxmlformats.org/drawingml/2006/main">
            <a:off x="762000" y="486727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CF1727"/>
                </a:solidFill>
                <a:latin typeface="Arial"/>
                <a:ea typeface="Arial"/>
                <a:cs typeface="Arial"/>
              </a:defRPr>
            </a:defPPr>
            <a:lvl1pPr algn="l">
              <a:defRPr sz="825" b="1" i="0">
                <a:solidFill>
                  <a:srgbClr val="CF1727"/>
                </a:solidFill>
                <a:latin typeface="Arial"/>
                <a:ea typeface="Arial"/>
                <a:cs typeface="Arial"/>
              </a:defRPr>
            </a:lvl1pPr>
            <a:lvl2pPr algn="l">
              <a:defRPr sz="825" b="1" i="0">
                <a:solidFill>
                  <a:srgbClr val="CF1727"/>
                </a:solidFill>
                <a:latin typeface="Arial"/>
                <a:ea typeface="Arial"/>
                <a:cs typeface="Arial"/>
              </a:defRPr>
            </a:lvl2pPr>
            <a:lvl3pPr algn="l">
              <a:defRPr sz="825" b="1" i="0">
                <a:solidFill>
                  <a:srgbClr val="CF1727"/>
                </a:solidFill>
                <a:latin typeface="Arial"/>
                <a:ea typeface="Arial"/>
                <a:cs typeface="Arial"/>
              </a:defRPr>
            </a:lvl3pPr>
            <a:lvl4pPr algn="l">
              <a:defRPr sz="825" b="1" i="0">
                <a:solidFill>
                  <a:srgbClr val="CF1727"/>
                </a:solidFill>
                <a:latin typeface="Arial"/>
                <a:ea typeface="Arial"/>
                <a:cs typeface="Arial"/>
              </a:defRPr>
            </a:lvl4pPr>
            <a:lvl5pPr algn="l">
              <a:defRPr sz="825" b="1" i="0">
                <a:solidFill>
                  <a:srgbClr val="CF1727"/>
                </a:solidFill>
                <a:latin typeface="Arial"/>
                <a:ea typeface="Arial"/>
                <a:cs typeface="Arial"/>
              </a:defRPr>
            </a:lvl5pPr>
            <a:lvl6pPr algn="l">
              <a:defRPr sz="825" b="1" i="0">
                <a:solidFill>
                  <a:srgbClr val="CF1727"/>
                </a:solidFill>
                <a:latin typeface="Arial"/>
                <a:ea typeface="Arial"/>
                <a:cs typeface="Arial"/>
              </a:defRPr>
            </a:lvl6pPr>
            <a:lvl7pPr algn="l">
              <a:defRPr sz="825" b="1" i="0">
                <a:solidFill>
                  <a:srgbClr val="CF1727"/>
                </a:solidFill>
                <a:latin typeface="Arial"/>
                <a:ea typeface="Arial"/>
                <a:cs typeface="Arial"/>
              </a:defRPr>
            </a:lvl7pPr>
            <a:lvl8pPr algn="l">
              <a:defRPr sz="825" b="1" i="0">
                <a:solidFill>
                  <a:srgbClr val="CF1727"/>
                </a:solidFill>
                <a:latin typeface="Arial"/>
                <a:ea typeface="Arial"/>
                <a:cs typeface="Arial"/>
              </a:defRPr>
            </a:lvl8pPr>
            <a:lvl9pPr algn="l">
              <a:defRPr sz="825" b="1" i="0">
                <a:solidFill>
                  <a:srgbClr val="CF1727"/>
                </a:solidFill>
                <a:latin typeface="Arial"/>
                <a:ea typeface="Arial"/>
                <a:cs typeface="Arial"/>
              </a:defRPr>
            </a:lvl9pPr>
          </a:lstStyle>
          <a:p xmlns:a="http://schemas.openxmlformats.org/drawingml/2006/main">
            <a:pPr algn="l">
              <a:lnSpc>
                <a:spcPct val="102000"/>
              </a:lnSpc>
              <a:buNone/>
              <a:defRPr sz="825" b="1" i="0">
                <a:solidFill>
                  <a:srgbClr val="CF1727"/>
                </a:solidFill>
                <a:latin typeface="Arial"/>
                <a:ea typeface="Arial"/>
                <a:cs typeface="Arial"/>
              </a:defRPr>
            </a:pPr>
            <a:r>
              <a:rPr sz="825" b="1" i="0">
                <a:solidFill>
                  <a:srgbClr val="CF1727"/>
                </a:solidFill>
                <a:latin typeface="Arial"/>
                <a:ea typeface="Arial"/>
                <a:cs typeface="Arial"/>
              </a:rPr>
              <a:t>BASE LOGÍSTICA</a:t>
            </a:r>
          </a:p>
        </p:txBody>
      </p:sp>
      <p:sp>
        <p:nvSpPr>
          <p:cNvPr id="12" name="">
            <a:extLst xmlns:a="http://schemas.openxmlformats.org/drawingml/2006/main">
              <a:ext uri="{FF2B5EF4-FFF2-40B4-BE49-F238E27FC236}">
                <a16:creationId xmlns:a16="http://schemas.microsoft.com/office/drawing/2014/main" id="{4830411A-BFBC-46E9-B4B9-87E3361ADE26}"/>
              </a:ext>
            </a:extLst>
          </p:cNvPr>
          <p:cNvSpPr>
            <a:spLocks xmlns:a="http://schemas.openxmlformats.org/drawingml/2006/main" noGrp="1"/>
          </p:cNvSpPr>
          <p:nvPr/>
        </p:nvSpPr>
        <p:spPr>
          <a:xfrm xmlns:a="http://schemas.openxmlformats.org/drawingml/2006/main">
            <a:off x="2476500" y="481012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211D1A"/>
                </a:solidFill>
                <a:latin typeface="Arial"/>
                <a:ea typeface="Arial"/>
                <a:cs typeface="Arial"/>
              </a:defRPr>
            </a:defPPr>
            <a:lvl1pPr algn="l">
              <a:defRPr sz="1875" b="1" i="0">
                <a:solidFill>
                  <a:srgbClr val="211D1A"/>
                </a:solidFill>
                <a:latin typeface="Arial"/>
                <a:ea typeface="Arial"/>
                <a:cs typeface="Arial"/>
              </a:defRPr>
            </a:lvl1pPr>
            <a:lvl2pPr algn="l">
              <a:defRPr sz="1875" b="1" i="0">
                <a:solidFill>
                  <a:srgbClr val="211D1A"/>
                </a:solidFill>
                <a:latin typeface="Arial"/>
                <a:ea typeface="Arial"/>
                <a:cs typeface="Arial"/>
              </a:defRPr>
            </a:lvl2pPr>
            <a:lvl3pPr algn="l">
              <a:defRPr sz="1875" b="1" i="0">
                <a:solidFill>
                  <a:srgbClr val="211D1A"/>
                </a:solidFill>
                <a:latin typeface="Arial"/>
                <a:ea typeface="Arial"/>
                <a:cs typeface="Arial"/>
              </a:defRPr>
            </a:lvl3pPr>
            <a:lvl4pPr algn="l">
              <a:defRPr sz="1875" b="1" i="0">
                <a:solidFill>
                  <a:srgbClr val="211D1A"/>
                </a:solidFill>
                <a:latin typeface="Arial"/>
                <a:ea typeface="Arial"/>
                <a:cs typeface="Arial"/>
              </a:defRPr>
            </a:lvl4pPr>
            <a:lvl5pPr algn="l">
              <a:defRPr sz="1875" b="1" i="0">
                <a:solidFill>
                  <a:srgbClr val="211D1A"/>
                </a:solidFill>
                <a:latin typeface="Arial"/>
                <a:ea typeface="Arial"/>
                <a:cs typeface="Arial"/>
              </a:defRPr>
            </a:lvl5pPr>
            <a:lvl6pPr algn="l">
              <a:defRPr sz="1875" b="1" i="0">
                <a:solidFill>
                  <a:srgbClr val="211D1A"/>
                </a:solidFill>
                <a:latin typeface="Arial"/>
                <a:ea typeface="Arial"/>
                <a:cs typeface="Arial"/>
              </a:defRPr>
            </a:lvl6pPr>
            <a:lvl7pPr algn="l">
              <a:defRPr sz="1875" b="1" i="0">
                <a:solidFill>
                  <a:srgbClr val="211D1A"/>
                </a:solidFill>
                <a:latin typeface="Arial"/>
                <a:ea typeface="Arial"/>
                <a:cs typeface="Arial"/>
              </a:defRPr>
            </a:lvl7pPr>
            <a:lvl8pPr algn="l">
              <a:defRPr sz="1875" b="1" i="0">
                <a:solidFill>
                  <a:srgbClr val="211D1A"/>
                </a:solidFill>
                <a:latin typeface="Arial"/>
                <a:ea typeface="Arial"/>
                <a:cs typeface="Arial"/>
              </a:defRPr>
            </a:lvl8pPr>
            <a:lvl9pPr algn="l">
              <a:defRPr sz="1875" b="1" i="0">
                <a:solidFill>
                  <a:srgbClr val="211D1A"/>
                </a:solidFill>
                <a:latin typeface="Arial"/>
                <a:ea typeface="Arial"/>
                <a:cs typeface="Arial"/>
              </a:defRPr>
            </a:lvl9pPr>
          </a:lstStyle>
          <a:p xmlns:a="http://schemas.openxmlformats.org/drawingml/2006/main">
            <a:pPr algn="l">
              <a:lnSpc>
                <a:spcPct val="102000"/>
              </a:lnSpc>
              <a:buNone/>
              <a:defRPr sz="1875" b="1" i="0">
                <a:solidFill>
                  <a:srgbClr val="211D1A"/>
                </a:solidFill>
                <a:latin typeface="Arial"/>
                <a:ea typeface="Arial"/>
                <a:cs typeface="Arial"/>
              </a:defRPr>
            </a:pPr>
            <a:r>
              <a:rPr sz="1875" b="1" i="0">
                <a:solidFill>
                  <a:srgbClr val="211D1A"/>
                </a:solidFill>
                <a:latin typeface="Arial"/>
                <a:ea typeface="Arial"/>
                <a:cs typeface="Arial"/>
              </a:rPr>
              <a:t>Iniesta</a:t>
            </a:r>
          </a:p>
        </p:txBody>
      </p:sp>
      <p:sp>
        <p:nvSpPr>
          <p:cNvPr id="13" name="">
            <a:extLst xmlns:a="http://schemas.openxmlformats.org/drawingml/2006/main">
              <a:ext uri="{FF2B5EF4-FFF2-40B4-BE49-F238E27FC236}">
                <a16:creationId xmlns:a16="http://schemas.microsoft.com/office/drawing/2014/main" id="{DAD495F9-F609-4EEB-A012-8CBD7BC0A82A}"/>
              </a:ext>
            </a:extLst>
          </p:cNvPr>
          <p:cNvSpPr>
            <a:spLocks xmlns:a="http://schemas.openxmlformats.org/drawingml/2006/main" noGrp="1"/>
          </p:cNvSpPr>
          <p:nvPr/>
        </p:nvSpPr>
        <p:spPr>
          <a:xfrm xmlns:a="http://schemas.openxmlformats.org/drawingml/2006/main">
            <a:off x="2476500" y="5191125"/>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C625E"/>
                </a:solidFill>
                <a:latin typeface="Arial"/>
                <a:ea typeface="Arial"/>
                <a:cs typeface="Arial"/>
              </a:defRPr>
            </a:defPPr>
            <a:lvl1pPr algn="l">
              <a:defRPr sz="1125" b="0" i="0">
                <a:solidFill>
                  <a:srgbClr val="6C625E"/>
                </a:solidFill>
                <a:latin typeface="Arial"/>
                <a:ea typeface="Arial"/>
                <a:cs typeface="Arial"/>
              </a:defRPr>
            </a:lvl1pPr>
            <a:lvl2pPr algn="l">
              <a:defRPr sz="1125" b="0" i="0">
                <a:solidFill>
                  <a:srgbClr val="6C625E"/>
                </a:solidFill>
                <a:latin typeface="Arial"/>
                <a:ea typeface="Arial"/>
                <a:cs typeface="Arial"/>
              </a:defRPr>
            </a:lvl2pPr>
            <a:lvl3pPr algn="l">
              <a:defRPr sz="1125" b="0" i="0">
                <a:solidFill>
                  <a:srgbClr val="6C625E"/>
                </a:solidFill>
                <a:latin typeface="Arial"/>
                <a:ea typeface="Arial"/>
                <a:cs typeface="Arial"/>
              </a:defRPr>
            </a:lvl3pPr>
            <a:lvl4pPr algn="l">
              <a:defRPr sz="1125" b="0" i="0">
                <a:solidFill>
                  <a:srgbClr val="6C625E"/>
                </a:solidFill>
                <a:latin typeface="Arial"/>
                <a:ea typeface="Arial"/>
                <a:cs typeface="Arial"/>
              </a:defRPr>
            </a:lvl4pPr>
            <a:lvl5pPr algn="l">
              <a:defRPr sz="1125" b="0" i="0">
                <a:solidFill>
                  <a:srgbClr val="6C625E"/>
                </a:solidFill>
                <a:latin typeface="Arial"/>
                <a:ea typeface="Arial"/>
                <a:cs typeface="Arial"/>
              </a:defRPr>
            </a:lvl5pPr>
            <a:lvl6pPr algn="l">
              <a:defRPr sz="1125" b="0" i="0">
                <a:solidFill>
                  <a:srgbClr val="6C625E"/>
                </a:solidFill>
                <a:latin typeface="Arial"/>
                <a:ea typeface="Arial"/>
                <a:cs typeface="Arial"/>
              </a:defRPr>
            </a:lvl6pPr>
            <a:lvl7pPr algn="l">
              <a:defRPr sz="1125" b="0" i="0">
                <a:solidFill>
                  <a:srgbClr val="6C625E"/>
                </a:solidFill>
                <a:latin typeface="Arial"/>
                <a:ea typeface="Arial"/>
                <a:cs typeface="Arial"/>
              </a:defRPr>
            </a:lvl7pPr>
            <a:lvl8pPr algn="l">
              <a:defRPr sz="1125" b="0" i="0">
                <a:solidFill>
                  <a:srgbClr val="6C625E"/>
                </a:solidFill>
                <a:latin typeface="Arial"/>
                <a:ea typeface="Arial"/>
                <a:cs typeface="Arial"/>
              </a:defRPr>
            </a:lvl8pPr>
            <a:lvl9pPr algn="l">
              <a:defRPr sz="1125" b="0" i="0">
                <a:solidFill>
                  <a:srgbClr val="6C625E"/>
                </a:solidFill>
                <a:latin typeface="Arial"/>
                <a:ea typeface="Arial"/>
                <a:cs typeface="Arial"/>
              </a:defRPr>
            </a:lvl9pPr>
          </a:lstStyle>
          <a:p xmlns:a="http://schemas.openxmlformats.org/drawingml/2006/main">
            <a:pPr algn="l">
              <a:lnSpc>
                <a:spcPct val="102000"/>
              </a:lnSpc>
              <a:buNone/>
              <a:defRPr sz="1125" b="0" i="0">
                <a:solidFill>
                  <a:srgbClr val="6C625E"/>
                </a:solidFill>
                <a:latin typeface="Arial"/>
                <a:ea typeface="Arial"/>
                <a:cs typeface="Arial"/>
              </a:defRPr>
            </a:pPr>
            <a:r>
              <a:rPr sz="1125" b="0" i="0">
                <a:solidFill>
                  <a:srgbClr val="6C625E"/>
                </a:solidFill>
                <a:latin typeface="Arial"/>
                <a:ea typeface="Arial"/>
                <a:cs typeface="Arial"/>
              </a:rPr>
              <a:t>Almacenaje, mantenimiento y gestión de operaciones.</a:t>
            </a:r>
          </a:p>
        </p:txBody>
      </p:sp>
      <p:sp>
        <p:nvSpPr>
          <p:cNvPr id="14" name="">
            <a:extLst xmlns:a="http://schemas.openxmlformats.org/drawingml/2006/main">
              <a:ext uri="{FF2B5EF4-FFF2-40B4-BE49-F238E27FC236}">
                <a16:creationId xmlns:a16="http://schemas.microsoft.com/office/drawing/2014/main" id="{57E8BF66-E908-4895-AA50-434296CA86A5}"/>
              </a:ext>
            </a:extLst>
          </p:cNvPr>
          <p:cNvSpPr>
            <a:spLocks xmlns:a="http://schemas.openxmlformats.org/drawingml/2006/main" noGrp="1"/>
          </p:cNvSpPr>
          <p:nvPr/>
        </p:nvSpPr>
        <p:spPr>
          <a:xfrm xmlns:a="http://schemas.openxmlformats.org/drawingml/2006/main">
            <a:off x="6238875" y="2562225"/>
            <a:ext cx="4953000" cy="28575"/>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7926285-23DE-474E-9069-1760E829DC33}"/>
              </a:ext>
            </a:extLst>
          </p:cNvPr>
          <p:cNvSpPr>
            <a:spLocks xmlns:a="http://schemas.openxmlformats.org/drawingml/2006/main" noGrp="1"/>
          </p:cNvSpPr>
          <p:nvPr/>
        </p:nvSpPr>
        <p:spPr>
          <a:xfrm xmlns:a="http://schemas.openxmlformats.org/drawingml/2006/main">
            <a:off x="6238875" y="2733675"/>
            <a:ext cx="495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84"/>
          </a:bodyPr>
          <a:lstStyle xmlns:a="http://schemas.openxmlformats.org/drawingml/2006/main">
            <a:defPPr algn="l">
              <a:defRPr sz="3450" b="0" i="0">
                <a:solidFill>
                  <a:srgbClr val="CF1727"/>
                </a:solidFill>
                <a:latin typeface="Georgia"/>
                <a:ea typeface="Georgia"/>
                <a:cs typeface="Georgia"/>
              </a:defRPr>
            </a:defPPr>
            <a:lvl1pPr algn="l">
              <a:defRPr sz="3450" b="0" i="0">
                <a:solidFill>
                  <a:srgbClr val="CF1727"/>
                </a:solidFill>
                <a:latin typeface="Georgia"/>
                <a:ea typeface="Georgia"/>
                <a:cs typeface="Georgia"/>
              </a:defRPr>
            </a:lvl1pPr>
            <a:lvl2pPr algn="l">
              <a:defRPr sz="3450" b="0" i="0">
                <a:solidFill>
                  <a:srgbClr val="CF1727"/>
                </a:solidFill>
                <a:latin typeface="Georgia"/>
                <a:ea typeface="Georgia"/>
                <a:cs typeface="Georgia"/>
              </a:defRPr>
            </a:lvl2pPr>
            <a:lvl3pPr algn="l">
              <a:defRPr sz="3450" b="0" i="0">
                <a:solidFill>
                  <a:srgbClr val="CF1727"/>
                </a:solidFill>
                <a:latin typeface="Georgia"/>
                <a:ea typeface="Georgia"/>
                <a:cs typeface="Georgia"/>
              </a:defRPr>
            </a:lvl3pPr>
            <a:lvl4pPr algn="l">
              <a:defRPr sz="3450" b="0" i="0">
                <a:solidFill>
                  <a:srgbClr val="CF1727"/>
                </a:solidFill>
                <a:latin typeface="Georgia"/>
                <a:ea typeface="Georgia"/>
                <a:cs typeface="Georgia"/>
              </a:defRPr>
            </a:lvl4pPr>
            <a:lvl5pPr algn="l">
              <a:defRPr sz="3450" b="0" i="0">
                <a:solidFill>
                  <a:srgbClr val="CF1727"/>
                </a:solidFill>
                <a:latin typeface="Georgia"/>
                <a:ea typeface="Georgia"/>
                <a:cs typeface="Georgia"/>
              </a:defRPr>
            </a:lvl5pPr>
            <a:lvl6pPr algn="l">
              <a:defRPr sz="3450" b="0" i="0">
                <a:solidFill>
                  <a:srgbClr val="CF1727"/>
                </a:solidFill>
                <a:latin typeface="Georgia"/>
                <a:ea typeface="Georgia"/>
                <a:cs typeface="Georgia"/>
              </a:defRPr>
            </a:lvl6pPr>
            <a:lvl7pPr algn="l">
              <a:defRPr sz="3450" b="0" i="0">
                <a:solidFill>
                  <a:srgbClr val="CF1727"/>
                </a:solidFill>
                <a:latin typeface="Georgia"/>
                <a:ea typeface="Georgia"/>
                <a:cs typeface="Georgia"/>
              </a:defRPr>
            </a:lvl7pPr>
            <a:lvl8pPr algn="l">
              <a:defRPr sz="3450" b="0" i="0">
                <a:solidFill>
                  <a:srgbClr val="CF1727"/>
                </a:solidFill>
                <a:latin typeface="Georgia"/>
                <a:ea typeface="Georgia"/>
                <a:cs typeface="Georgia"/>
              </a:defRPr>
            </a:lvl8pPr>
            <a:lvl9pPr algn="l">
              <a:defRPr sz="3450" b="0" i="0">
                <a:solidFill>
                  <a:srgbClr val="CF1727"/>
                </a:solidFill>
                <a:latin typeface="Georgia"/>
                <a:ea typeface="Georgia"/>
                <a:cs typeface="Georgia"/>
              </a:defRPr>
            </a:lvl9pPr>
          </a:lstStyle>
          <a:p xmlns:a="http://schemas.openxmlformats.org/drawingml/2006/main">
            <a:pPr algn="l">
              <a:lnSpc>
                <a:spcPct val="102000"/>
              </a:lnSpc>
              <a:buNone/>
              <a:defRPr sz="3450" b="0" i="0">
                <a:solidFill>
                  <a:srgbClr val="CF1727"/>
                </a:solidFill>
                <a:latin typeface="Georgia"/>
                <a:ea typeface="Georgia"/>
                <a:cs typeface="Georgia"/>
              </a:defRPr>
            </a:pPr>
            <a:r>
              <a:rPr sz="3450" b="0" i="0">
                <a:solidFill>
                  <a:srgbClr val="CF1727"/>
                </a:solidFill>
                <a:latin typeface="Georgia"/>
                <a:ea typeface="Georgia"/>
                <a:cs typeface="Georgia"/>
              </a:rPr>
              <a:t>Valencia</a:t>
            </a:r>
          </a:p>
        </p:txBody>
      </p:sp>
      <p:sp>
        <p:nvSpPr>
          <p:cNvPr id="16" name="">
            <a:extLst xmlns:a="http://schemas.openxmlformats.org/drawingml/2006/main">
              <a:ext uri="{FF2B5EF4-FFF2-40B4-BE49-F238E27FC236}">
                <a16:creationId xmlns:a16="http://schemas.microsoft.com/office/drawing/2014/main" id="{3D8B71BD-8392-4316-96EA-D4828776CBDC}"/>
              </a:ext>
            </a:extLst>
          </p:cNvPr>
          <p:cNvSpPr>
            <a:spLocks xmlns:a="http://schemas.openxmlformats.org/drawingml/2006/main" noGrp="1"/>
          </p:cNvSpPr>
          <p:nvPr/>
        </p:nvSpPr>
        <p:spPr>
          <a:xfrm xmlns:a="http://schemas.openxmlformats.org/drawingml/2006/main">
            <a:off x="6238875" y="3514725"/>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755B759-5F10-45AD-B071-FD9A4283E407}"/>
              </a:ext>
            </a:extLst>
          </p:cNvPr>
          <p:cNvSpPr>
            <a:spLocks xmlns:a="http://schemas.openxmlformats.org/drawingml/2006/main" noGrp="1"/>
          </p:cNvSpPr>
          <p:nvPr/>
        </p:nvSpPr>
        <p:spPr>
          <a:xfrm xmlns:a="http://schemas.openxmlformats.org/drawingml/2006/main">
            <a:off x="6238875" y="3638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CF1727"/>
                </a:solidFill>
                <a:latin typeface="Arial"/>
                <a:ea typeface="Arial"/>
                <a:cs typeface="Arial"/>
              </a:defRPr>
            </a:defPPr>
            <a:lvl1pPr algn="l">
              <a:defRPr sz="825" b="1" i="0">
                <a:solidFill>
                  <a:srgbClr val="CF1727"/>
                </a:solidFill>
                <a:latin typeface="Arial"/>
                <a:ea typeface="Arial"/>
                <a:cs typeface="Arial"/>
              </a:defRPr>
            </a:lvl1pPr>
            <a:lvl2pPr algn="l">
              <a:defRPr sz="825" b="1" i="0">
                <a:solidFill>
                  <a:srgbClr val="CF1727"/>
                </a:solidFill>
                <a:latin typeface="Arial"/>
                <a:ea typeface="Arial"/>
                <a:cs typeface="Arial"/>
              </a:defRPr>
            </a:lvl2pPr>
            <a:lvl3pPr algn="l">
              <a:defRPr sz="825" b="1" i="0">
                <a:solidFill>
                  <a:srgbClr val="CF1727"/>
                </a:solidFill>
                <a:latin typeface="Arial"/>
                <a:ea typeface="Arial"/>
                <a:cs typeface="Arial"/>
              </a:defRPr>
            </a:lvl3pPr>
            <a:lvl4pPr algn="l">
              <a:defRPr sz="825" b="1" i="0">
                <a:solidFill>
                  <a:srgbClr val="CF1727"/>
                </a:solidFill>
                <a:latin typeface="Arial"/>
                <a:ea typeface="Arial"/>
                <a:cs typeface="Arial"/>
              </a:defRPr>
            </a:lvl4pPr>
            <a:lvl5pPr algn="l">
              <a:defRPr sz="825" b="1" i="0">
                <a:solidFill>
                  <a:srgbClr val="CF1727"/>
                </a:solidFill>
                <a:latin typeface="Arial"/>
                <a:ea typeface="Arial"/>
                <a:cs typeface="Arial"/>
              </a:defRPr>
            </a:lvl5pPr>
            <a:lvl6pPr algn="l">
              <a:defRPr sz="825" b="1" i="0">
                <a:solidFill>
                  <a:srgbClr val="CF1727"/>
                </a:solidFill>
                <a:latin typeface="Arial"/>
                <a:ea typeface="Arial"/>
                <a:cs typeface="Arial"/>
              </a:defRPr>
            </a:lvl6pPr>
            <a:lvl7pPr algn="l">
              <a:defRPr sz="825" b="1" i="0">
                <a:solidFill>
                  <a:srgbClr val="CF1727"/>
                </a:solidFill>
                <a:latin typeface="Arial"/>
                <a:ea typeface="Arial"/>
                <a:cs typeface="Arial"/>
              </a:defRPr>
            </a:lvl7pPr>
            <a:lvl8pPr algn="l">
              <a:defRPr sz="825" b="1" i="0">
                <a:solidFill>
                  <a:srgbClr val="CF1727"/>
                </a:solidFill>
                <a:latin typeface="Arial"/>
                <a:ea typeface="Arial"/>
                <a:cs typeface="Arial"/>
              </a:defRPr>
            </a:lvl8pPr>
            <a:lvl9pPr algn="l">
              <a:defRPr sz="825" b="1" i="0">
                <a:solidFill>
                  <a:srgbClr val="CF1727"/>
                </a:solidFill>
                <a:latin typeface="Arial"/>
                <a:ea typeface="Arial"/>
                <a:cs typeface="Arial"/>
              </a:defRPr>
            </a:lvl9pPr>
          </a:lstStyle>
          <a:p xmlns:a="http://schemas.openxmlformats.org/drawingml/2006/main">
            <a:pPr algn="l">
              <a:lnSpc>
                <a:spcPct val="102000"/>
              </a:lnSpc>
              <a:buNone/>
              <a:defRPr sz="825" b="1" i="0">
                <a:solidFill>
                  <a:srgbClr val="CF1727"/>
                </a:solidFill>
                <a:latin typeface="Arial"/>
                <a:ea typeface="Arial"/>
                <a:cs typeface="Arial"/>
              </a:defRPr>
            </a:pPr>
            <a:r>
              <a:rPr sz="825" b="1" i="0">
                <a:solidFill>
                  <a:srgbClr val="CF1727"/>
                </a:solidFill>
                <a:latin typeface="Arial"/>
                <a:ea typeface="Arial"/>
                <a:cs typeface="Arial"/>
              </a:rPr>
              <a:t>ALMACÉN Y CONTENEDORES</a:t>
            </a:r>
          </a:p>
        </p:txBody>
      </p:sp>
      <p:sp>
        <p:nvSpPr>
          <p:cNvPr id="18" name="">
            <a:extLst xmlns:a="http://schemas.openxmlformats.org/drawingml/2006/main">
              <a:ext uri="{FF2B5EF4-FFF2-40B4-BE49-F238E27FC236}">
                <a16:creationId xmlns:a16="http://schemas.microsoft.com/office/drawing/2014/main" id="{0FFDA355-5E2E-4D3F-AF5F-1953089C27B2}"/>
              </a:ext>
            </a:extLst>
          </p:cNvPr>
          <p:cNvSpPr>
            <a:spLocks xmlns:a="http://schemas.openxmlformats.org/drawingml/2006/main" noGrp="1"/>
          </p:cNvSpPr>
          <p:nvPr/>
        </p:nvSpPr>
        <p:spPr>
          <a:xfrm xmlns:a="http://schemas.openxmlformats.org/drawingml/2006/main">
            <a:off x="7953375" y="3581400"/>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211D1A"/>
                </a:solidFill>
                <a:latin typeface="Arial"/>
                <a:ea typeface="Arial"/>
                <a:cs typeface="Arial"/>
              </a:defRPr>
            </a:defPPr>
            <a:lvl1pPr algn="l">
              <a:defRPr sz="1875" b="1" i="0">
                <a:solidFill>
                  <a:srgbClr val="211D1A"/>
                </a:solidFill>
                <a:latin typeface="Arial"/>
                <a:ea typeface="Arial"/>
                <a:cs typeface="Arial"/>
              </a:defRPr>
            </a:lvl1pPr>
            <a:lvl2pPr algn="l">
              <a:defRPr sz="1875" b="1" i="0">
                <a:solidFill>
                  <a:srgbClr val="211D1A"/>
                </a:solidFill>
                <a:latin typeface="Arial"/>
                <a:ea typeface="Arial"/>
                <a:cs typeface="Arial"/>
              </a:defRPr>
            </a:lvl2pPr>
            <a:lvl3pPr algn="l">
              <a:defRPr sz="1875" b="1" i="0">
                <a:solidFill>
                  <a:srgbClr val="211D1A"/>
                </a:solidFill>
                <a:latin typeface="Arial"/>
                <a:ea typeface="Arial"/>
                <a:cs typeface="Arial"/>
              </a:defRPr>
            </a:lvl3pPr>
            <a:lvl4pPr algn="l">
              <a:defRPr sz="1875" b="1" i="0">
                <a:solidFill>
                  <a:srgbClr val="211D1A"/>
                </a:solidFill>
                <a:latin typeface="Arial"/>
                <a:ea typeface="Arial"/>
                <a:cs typeface="Arial"/>
              </a:defRPr>
            </a:lvl4pPr>
            <a:lvl5pPr algn="l">
              <a:defRPr sz="1875" b="1" i="0">
                <a:solidFill>
                  <a:srgbClr val="211D1A"/>
                </a:solidFill>
                <a:latin typeface="Arial"/>
                <a:ea typeface="Arial"/>
                <a:cs typeface="Arial"/>
              </a:defRPr>
            </a:lvl5pPr>
            <a:lvl6pPr algn="l">
              <a:defRPr sz="1875" b="1" i="0">
                <a:solidFill>
                  <a:srgbClr val="211D1A"/>
                </a:solidFill>
                <a:latin typeface="Arial"/>
                <a:ea typeface="Arial"/>
                <a:cs typeface="Arial"/>
              </a:defRPr>
            </a:lvl6pPr>
            <a:lvl7pPr algn="l">
              <a:defRPr sz="1875" b="1" i="0">
                <a:solidFill>
                  <a:srgbClr val="211D1A"/>
                </a:solidFill>
                <a:latin typeface="Arial"/>
                <a:ea typeface="Arial"/>
                <a:cs typeface="Arial"/>
              </a:defRPr>
            </a:lvl7pPr>
            <a:lvl8pPr algn="l">
              <a:defRPr sz="1875" b="1" i="0">
                <a:solidFill>
                  <a:srgbClr val="211D1A"/>
                </a:solidFill>
                <a:latin typeface="Arial"/>
                <a:ea typeface="Arial"/>
                <a:cs typeface="Arial"/>
              </a:defRPr>
            </a:lvl8pPr>
            <a:lvl9pPr algn="l">
              <a:defRPr sz="1875" b="1" i="0">
                <a:solidFill>
                  <a:srgbClr val="211D1A"/>
                </a:solidFill>
                <a:latin typeface="Arial"/>
                <a:ea typeface="Arial"/>
                <a:cs typeface="Arial"/>
              </a:defRPr>
            </a:lvl9pPr>
          </a:lstStyle>
          <a:p xmlns:a="http://schemas.openxmlformats.org/drawingml/2006/main">
            <a:pPr algn="l">
              <a:lnSpc>
                <a:spcPct val="102000"/>
              </a:lnSpc>
              <a:buNone/>
              <a:defRPr sz="1875" b="1" i="0">
                <a:solidFill>
                  <a:srgbClr val="211D1A"/>
                </a:solidFill>
                <a:latin typeface="Arial"/>
                <a:ea typeface="Arial"/>
                <a:cs typeface="Arial"/>
              </a:defRPr>
            </a:pPr>
            <a:r>
              <a:rPr sz="1875" b="1" i="0">
                <a:solidFill>
                  <a:srgbClr val="211D1A"/>
                </a:solidFill>
                <a:latin typeface="Arial"/>
                <a:ea typeface="Arial"/>
                <a:cs typeface="Arial"/>
              </a:rPr>
              <a:t>Picassent</a:t>
            </a:r>
          </a:p>
        </p:txBody>
      </p:sp>
      <p:sp>
        <p:nvSpPr>
          <p:cNvPr id="19" name="">
            <a:extLst xmlns:a="http://schemas.openxmlformats.org/drawingml/2006/main">
              <a:ext uri="{FF2B5EF4-FFF2-40B4-BE49-F238E27FC236}">
                <a16:creationId xmlns:a16="http://schemas.microsoft.com/office/drawing/2014/main" id="{24D2CDC9-F8A9-4B18-9B74-9B74A190850E}"/>
              </a:ext>
            </a:extLst>
          </p:cNvPr>
          <p:cNvSpPr>
            <a:spLocks xmlns:a="http://schemas.openxmlformats.org/drawingml/2006/main" noGrp="1"/>
          </p:cNvSpPr>
          <p:nvPr/>
        </p:nvSpPr>
        <p:spPr>
          <a:xfrm xmlns:a="http://schemas.openxmlformats.org/drawingml/2006/main">
            <a:off x="7953375" y="3962400"/>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C625E"/>
                </a:solidFill>
                <a:latin typeface="Arial"/>
                <a:ea typeface="Arial"/>
                <a:cs typeface="Arial"/>
              </a:defRPr>
            </a:defPPr>
            <a:lvl1pPr algn="l">
              <a:defRPr sz="1125" b="0" i="0">
                <a:solidFill>
                  <a:srgbClr val="6C625E"/>
                </a:solidFill>
                <a:latin typeface="Arial"/>
                <a:ea typeface="Arial"/>
                <a:cs typeface="Arial"/>
              </a:defRPr>
            </a:lvl1pPr>
            <a:lvl2pPr algn="l">
              <a:defRPr sz="1125" b="0" i="0">
                <a:solidFill>
                  <a:srgbClr val="6C625E"/>
                </a:solidFill>
                <a:latin typeface="Arial"/>
                <a:ea typeface="Arial"/>
                <a:cs typeface="Arial"/>
              </a:defRPr>
            </a:lvl2pPr>
            <a:lvl3pPr algn="l">
              <a:defRPr sz="1125" b="0" i="0">
                <a:solidFill>
                  <a:srgbClr val="6C625E"/>
                </a:solidFill>
                <a:latin typeface="Arial"/>
                <a:ea typeface="Arial"/>
                <a:cs typeface="Arial"/>
              </a:defRPr>
            </a:lvl3pPr>
            <a:lvl4pPr algn="l">
              <a:defRPr sz="1125" b="0" i="0">
                <a:solidFill>
                  <a:srgbClr val="6C625E"/>
                </a:solidFill>
                <a:latin typeface="Arial"/>
                <a:ea typeface="Arial"/>
                <a:cs typeface="Arial"/>
              </a:defRPr>
            </a:lvl4pPr>
            <a:lvl5pPr algn="l">
              <a:defRPr sz="1125" b="0" i="0">
                <a:solidFill>
                  <a:srgbClr val="6C625E"/>
                </a:solidFill>
                <a:latin typeface="Arial"/>
                <a:ea typeface="Arial"/>
                <a:cs typeface="Arial"/>
              </a:defRPr>
            </a:lvl5pPr>
            <a:lvl6pPr algn="l">
              <a:defRPr sz="1125" b="0" i="0">
                <a:solidFill>
                  <a:srgbClr val="6C625E"/>
                </a:solidFill>
                <a:latin typeface="Arial"/>
                <a:ea typeface="Arial"/>
                <a:cs typeface="Arial"/>
              </a:defRPr>
            </a:lvl6pPr>
            <a:lvl7pPr algn="l">
              <a:defRPr sz="1125" b="0" i="0">
                <a:solidFill>
                  <a:srgbClr val="6C625E"/>
                </a:solidFill>
                <a:latin typeface="Arial"/>
                <a:ea typeface="Arial"/>
                <a:cs typeface="Arial"/>
              </a:defRPr>
            </a:lvl7pPr>
            <a:lvl8pPr algn="l">
              <a:defRPr sz="1125" b="0" i="0">
                <a:solidFill>
                  <a:srgbClr val="6C625E"/>
                </a:solidFill>
                <a:latin typeface="Arial"/>
                <a:ea typeface="Arial"/>
                <a:cs typeface="Arial"/>
              </a:defRPr>
            </a:lvl8pPr>
            <a:lvl9pPr algn="l">
              <a:defRPr sz="1125" b="0" i="0">
                <a:solidFill>
                  <a:srgbClr val="6C625E"/>
                </a:solidFill>
                <a:latin typeface="Arial"/>
                <a:ea typeface="Arial"/>
                <a:cs typeface="Arial"/>
              </a:defRPr>
            </a:lvl9pPr>
          </a:lstStyle>
          <a:p xmlns:a="http://schemas.openxmlformats.org/drawingml/2006/main">
            <a:pPr algn="l">
              <a:lnSpc>
                <a:spcPct val="102000"/>
              </a:lnSpc>
              <a:buNone/>
              <a:defRPr sz="1125" b="0" i="0">
                <a:solidFill>
                  <a:srgbClr val="6C625E"/>
                </a:solidFill>
                <a:latin typeface="Arial"/>
                <a:ea typeface="Arial"/>
                <a:cs typeface="Arial"/>
              </a:defRPr>
            </a:pPr>
            <a:r>
              <a:rPr sz="1125" b="0" i="0">
                <a:solidFill>
                  <a:srgbClr val="6C625E"/>
                </a:solidFill>
                <a:latin typeface="Arial"/>
                <a:ea typeface="Arial"/>
                <a:cs typeface="Arial"/>
              </a:rPr>
              <a:t>Polígono Industrial La Coma, junto al Puerto de Valencia.</a:t>
            </a:r>
          </a:p>
        </p:txBody>
      </p:sp>
      <p:sp>
        <p:nvSpPr>
          <p:cNvPr id="20" name="">
            <a:extLst xmlns:a="http://schemas.openxmlformats.org/drawingml/2006/main">
              <a:ext uri="{FF2B5EF4-FFF2-40B4-BE49-F238E27FC236}">
                <a16:creationId xmlns:a16="http://schemas.microsoft.com/office/drawing/2014/main" id="{65769566-9EE1-43DD-A36E-3E31773A2E0A}"/>
              </a:ext>
            </a:extLst>
          </p:cNvPr>
          <p:cNvSpPr>
            <a:spLocks xmlns:a="http://schemas.openxmlformats.org/drawingml/2006/main" noGrp="1"/>
          </p:cNvSpPr>
          <p:nvPr/>
        </p:nvSpPr>
        <p:spPr>
          <a:xfrm xmlns:a="http://schemas.openxmlformats.org/drawingml/2006/main">
            <a:off x="6238875" y="47434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2A2EE3B-6856-4B43-971F-8A86EAD701B7}"/>
              </a:ext>
            </a:extLst>
          </p:cNvPr>
          <p:cNvSpPr>
            <a:spLocks xmlns:a="http://schemas.openxmlformats.org/drawingml/2006/main" noGrp="1"/>
          </p:cNvSpPr>
          <p:nvPr/>
        </p:nvSpPr>
        <p:spPr>
          <a:xfrm xmlns:a="http://schemas.openxmlformats.org/drawingml/2006/main">
            <a:off x="6238875" y="486727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CF1727"/>
                </a:solidFill>
                <a:latin typeface="Arial"/>
                <a:ea typeface="Arial"/>
                <a:cs typeface="Arial"/>
              </a:defRPr>
            </a:defPPr>
            <a:lvl1pPr algn="l">
              <a:defRPr sz="825" b="1" i="0">
                <a:solidFill>
                  <a:srgbClr val="CF1727"/>
                </a:solidFill>
                <a:latin typeface="Arial"/>
                <a:ea typeface="Arial"/>
                <a:cs typeface="Arial"/>
              </a:defRPr>
            </a:lvl1pPr>
            <a:lvl2pPr algn="l">
              <a:defRPr sz="825" b="1" i="0">
                <a:solidFill>
                  <a:srgbClr val="CF1727"/>
                </a:solidFill>
                <a:latin typeface="Arial"/>
                <a:ea typeface="Arial"/>
                <a:cs typeface="Arial"/>
              </a:defRPr>
            </a:lvl2pPr>
            <a:lvl3pPr algn="l">
              <a:defRPr sz="825" b="1" i="0">
                <a:solidFill>
                  <a:srgbClr val="CF1727"/>
                </a:solidFill>
                <a:latin typeface="Arial"/>
                <a:ea typeface="Arial"/>
                <a:cs typeface="Arial"/>
              </a:defRPr>
            </a:lvl3pPr>
            <a:lvl4pPr algn="l">
              <a:defRPr sz="825" b="1" i="0">
                <a:solidFill>
                  <a:srgbClr val="CF1727"/>
                </a:solidFill>
                <a:latin typeface="Arial"/>
                <a:ea typeface="Arial"/>
                <a:cs typeface="Arial"/>
              </a:defRPr>
            </a:lvl4pPr>
            <a:lvl5pPr algn="l">
              <a:defRPr sz="825" b="1" i="0">
                <a:solidFill>
                  <a:srgbClr val="CF1727"/>
                </a:solidFill>
                <a:latin typeface="Arial"/>
                <a:ea typeface="Arial"/>
                <a:cs typeface="Arial"/>
              </a:defRPr>
            </a:lvl5pPr>
            <a:lvl6pPr algn="l">
              <a:defRPr sz="825" b="1" i="0">
                <a:solidFill>
                  <a:srgbClr val="CF1727"/>
                </a:solidFill>
                <a:latin typeface="Arial"/>
                <a:ea typeface="Arial"/>
                <a:cs typeface="Arial"/>
              </a:defRPr>
            </a:lvl6pPr>
            <a:lvl7pPr algn="l">
              <a:defRPr sz="825" b="1" i="0">
                <a:solidFill>
                  <a:srgbClr val="CF1727"/>
                </a:solidFill>
                <a:latin typeface="Arial"/>
                <a:ea typeface="Arial"/>
                <a:cs typeface="Arial"/>
              </a:defRPr>
            </a:lvl7pPr>
            <a:lvl8pPr algn="l">
              <a:defRPr sz="825" b="1" i="0">
                <a:solidFill>
                  <a:srgbClr val="CF1727"/>
                </a:solidFill>
                <a:latin typeface="Arial"/>
                <a:ea typeface="Arial"/>
                <a:cs typeface="Arial"/>
              </a:defRPr>
            </a:lvl8pPr>
            <a:lvl9pPr algn="l">
              <a:defRPr sz="825" b="1" i="0">
                <a:solidFill>
                  <a:srgbClr val="CF1727"/>
                </a:solidFill>
                <a:latin typeface="Arial"/>
                <a:ea typeface="Arial"/>
                <a:cs typeface="Arial"/>
              </a:defRPr>
            </a:lvl9pPr>
          </a:lstStyle>
          <a:p xmlns:a="http://schemas.openxmlformats.org/drawingml/2006/main">
            <a:pPr algn="l">
              <a:lnSpc>
                <a:spcPct val="102000"/>
              </a:lnSpc>
              <a:buNone/>
              <a:defRPr sz="825" b="1" i="0">
                <a:solidFill>
                  <a:srgbClr val="CF1727"/>
                </a:solidFill>
                <a:latin typeface="Arial"/>
                <a:ea typeface="Arial"/>
                <a:cs typeface="Arial"/>
              </a:defRPr>
            </a:pPr>
            <a:r>
              <a:rPr sz="825" b="1" i="0">
                <a:solidFill>
                  <a:srgbClr val="CF1727"/>
                </a:solidFill>
                <a:latin typeface="Arial"/>
                <a:ea typeface="Arial"/>
                <a:cs typeface="Arial"/>
              </a:rPr>
              <a:t>OFICINAS</a:t>
            </a:r>
          </a:p>
        </p:txBody>
      </p:sp>
      <p:sp>
        <p:nvSpPr>
          <p:cNvPr id="22" name="">
            <a:extLst xmlns:a="http://schemas.openxmlformats.org/drawingml/2006/main">
              <a:ext uri="{FF2B5EF4-FFF2-40B4-BE49-F238E27FC236}">
                <a16:creationId xmlns:a16="http://schemas.microsoft.com/office/drawing/2014/main" id="{292BD55A-9F88-44F7-8D6E-48AA90B7F7E5}"/>
              </a:ext>
            </a:extLst>
          </p:cNvPr>
          <p:cNvSpPr>
            <a:spLocks xmlns:a="http://schemas.openxmlformats.org/drawingml/2006/main" noGrp="1"/>
          </p:cNvSpPr>
          <p:nvPr/>
        </p:nvSpPr>
        <p:spPr>
          <a:xfrm xmlns:a="http://schemas.openxmlformats.org/drawingml/2006/main">
            <a:off x="7953375" y="481012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211D1A"/>
                </a:solidFill>
                <a:latin typeface="Arial"/>
                <a:ea typeface="Arial"/>
                <a:cs typeface="Arial"/>
              </a:defRPr>
            </a:defPPr>
            <a:lvl1pPr algn="l">
              <a:defRPr sz="1875" b="1" i="0">
                <a:solidFill>
                  <a:srgbClr val="211D1A"/>
                </a:solidFill>
                <a:latin typeface="Arial"/>
                <a:ea typeface="Arial"/>
                <a:cs typeface="Arial"/>
              </a:defRPr>
            </a:lvl1pPr>
            <a:lvl2pPr algn="l">
              <a:defRPr sz="1875" b="1" i="0">
                <a:solidFill>
                  <a:srgbClr val="211D1A"/>
                </a:solidFill>
                <a:latin typeface="Arial"/>
                <a:ea typeface="Arial"/>
                <a:cs typeface="Arial"/>
              </a:defRPr>
            </a:lvl2pPr>
            <a:lvl3pPr algn="l">
              <a:defRPr sz="1875" b="1" i="0">
                <a:solidFill>
                  <a:srgbClr val="211D1A"/>
                </a:solidFill>
                <a:latin typeface="Arial"/>
                <a:ea typeface="Arial"/>
                <a:cs typeface="Arial"/>
              </a:defRPr>
            </a:lvl3pPr>
            <a:lvl4pPr algn="l">
              <a:defRPr sz="1875" b="1" i="0">
                <a:solidFill>
                  <a:srgbClr val="211D1A"/>
                </a:solidFill>
                <a:latin typeface="Arial"/>
                <a:ea typeface="Arial"/>
                <a:cs typeface="Arial"/>
              </a:defRPr>
            </a:lvl4pPr>
            <a:lvl5pPr algn="l">
              <a:defRPr sz="1875" b="1" i="0">
                <a:solidFill>
                  <a:srgbClr val="211D1A"/>
                </a:solidFill>
                <a:latin typeface="Arial"/>
                <a:ea typeface="Arial"/>
                <a:cs typeface="Arial"/>
              </a:defRPr>
            </a:lvl5pPr>
            <a:lvl6pPr algn="l">
              <a:defRPr sz="1875" b="1" i="0">
                <a:solidFill>
                  <a:srgbClr val="211D1A"/>
                </a:solidFill>
                <a:latin typeface="Arial"/>
                <a:ea typeface="Arial"/>
                <a:cs typeface="Arial"/>
              </a:defRPr>
            </a:lvl6pPr>
            <a:lvl7pPr algn="l">
              <a:defRPr sz="1875" b="1" i="0">
                <a:solidFill>
                  <a:srgbClr val="211D1A"/>
                </a:solidFill>
                <a:latin typeface="Arial"/>
                <a:ea typeface="Arial"/>
                <a:cs typeface="Arial"/>
              </a:defRPr>
            </a:lvl7pPr>
            <a:lvl8pPr algn="l">
              <a:defRPr sz="1875" b="1" i="0">
                <a:solidFill>
                  <a:srgbClr val="211D1A"/>
                </a:solidFill>
                <a:latin typeface="Arial"/>
                <a:ea typeface="Arial"/>
                <a:cs typeface="Arial"/>
              </a:defRPr>
            </a:lvl8pPr>
            <a:lvl9pPr algn="l">
              <a:defRPr sz="1875" b="1" i="0">
                <a:solidFill>
                  <a:srgbClr val="211D1A"/>
                </a:solidFill>
                <a:latin typeface="Arial"/>
                <a:ea typeface="Arial"/>
                <a:cs typeface="Arial"/>
              </a:defRPr>
            </a:lvl9pPr>
          </a:lstStyle>
          <a:p xmlns:a="http://schemas.openxmlformats.org/drawingml/2006/main">
            <a:pPr algn="l">
              <a:lnSpc>
                <a:spcPct val="102000"/>
              </a:lnSpc>
              <a:buNone/>
              <a:defRPr sz="1875" b="1" i="0">
                <a:solidFill>
                  <a:srgbClr val="211D1A"/>
                </a:solidFill>
                <a:latin typeface="Arial"/>
                <a:ea typeface="Arial"/>
                <a:cs typeface="Arial"/>
              </a:defRPr>
            </a:pPr>
            <a:r>
              <a:rPr sz="1875" b="1" i="0">
                <a:solidFill>
                  <a:srgbClr val="211D1A"/>
                </a:solidFill>
                <a:latin typeface="Arial"/>
                <a:ea typeface="Arial"/>
                <a:cs typeface="Arial"/>
              </a:rPr>
              <a:t>Beniparrell</a:t>
            </a:r>
          </a:p>
        </p:txBody>
      </p:sp>
      <p:sp>
        <p:nvSpPr>
          <p:cNvPr id="23" name="">
            <a:extLst xmlns:a="http://schemas.openxmlformats.org/drawingml/2006/main">
              <a:ext uri="{FF2B5EF4-FFF2-40B4-BE49-F238E27FC236}">
                <a16:creationId xmlns:a16="http://schemas.microsoft.com/office/drawing/2014/main" id="{8FEACBCE-FBC5-4980-9C9E-338BD4F3FBF6}"/>
              </a:ext>
            </a:extLst>
          </p:cNvPr>
          <p:cNvSpPr>
            <a:spLocks xmlns:a="http://schemas.openxmlformats.org/drawingml/2006/main" noGrp="1"/>
          </p:cNvSpPr>
          <p:nvPr/>
        </p:nvSpPr>
        <p:spPr>
          <a:xfrm xmlns:a="http://schemas.openxmlformats.org/drawingml/2006/main">
            <a:off x="7953375" y="5191125"/>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C625E"/>
                </a:solidFill>
                <a:latin typeface="Arial"/>
                <a:ea typeface="Arial"/>
                <a:cs typeface="Arial"/>
              </a:defRPr>
            </a:defPPr>
            <a:lvl1pPr algn="l">
              <a:defRPr sz="1125" b="0" i="0">
                <a:solidFill>
                  <a:srgbClr val="6C625E"/>
                </a:solidFill>
                <a:latin typeface="Arial"/>
                <a:ea typeface="Arial"/>
                <a:cs typeface="Arial"/>
              </a:defRPr>
            </a:lvl1pPr>
            <a:lvl2pPr algn="l">
              <a:defRPr sz="1125" b="0" i="0">
                <a:solidFill>
                  <a:srgbClr val="6C625E"/>
                </a:solidFill>
                <a:latin typeface="Arial"/>
                <a:ea typeface="Arial"/>
                <a:cs typeface="Arial"/>
              </a:defRPr>
            </a:lvl2pPr>
            <a:lvl3pPr algn="l">
              <a:defRPr sz="1125" b="0" i="0">
                <a:solidFill>
                  <a:srgbClr val="6C625E"/>
                </a:solidFill>
                <a:latin typeface="Arial"/>
                <a:ea typeface="Arial"/>
                <a:cs typeface="Arial"/>
              </a:defRPr>
            </a:lvl3pPr>
            <a:lvl4pPr algn="l">
              <a:defRPr sz="1125" b="0" i="0">
                <a:solidFill>
                  <a:srgbClr val="6C625E"/>
                </a:solidFill>
                <a:latin typeface="Arial"/>
                <a:ea typeface="Arial"/>
                <a:cs typeface="Arial"/>
              </a:defRPr>
            </a:lvl4pPr>
            <a:lvl5pPr algn="l">
              <a:defRPr sz="1125" b="0" i="0">
                <a:solidFill>
                  <a:srgbClr val="6C625E"/>
                </a:solidFill>
                <a:latin typeface="Arial"/>
                <a:ea typeface="Arial"/>
                <a:cs typeface="Arial"/>
              </a:defRPr>
            </a:lvl5pPr>
            <a:lvl6pPr algn="l">
              <a:defRPr sz="1125" b="0" i="0">
                <a:solidFill>
                  <a:srgbClr val="6C625E"/>
                </a:solidFill>
                <a:latin typeface="Arial"/>
                <a:ea typeface="Arial"/>
                <a:cs typeface="Arial"/>
              </a:defRPr>
            </a:lvl6pPr>
            <a:lvl7pPr algn="l">
              <a:defRPr sz="1125" b="0" i="0">
                <a:solidFill>
                  <a:srgbClr val="6C625E"/>
                </a:solidFill>
                <a:latin typeface="Arial"/>
                <a:ea typeface="Arial"/>
                <a:cs typeface="Arial"/>
              </a:defRPr>
            </a:lvl7pPr>
            <a:lvl8pPr algn="l">
              <a:defRPr sz="1125" b="0" i="0">
                <a:solidFill>
                  <a:srgbClr val="6C625E"/>
                </a:solidFill>
                <a:latin typeface="Arial"/>
                <a:ea typeface="Arial"/>
                <a:cs typeface="Arial"/>
              </a:defRPr>
            </a:lvl8pPr>
            <a:lvl9pPr algn="l">
              <a:defRPr sz="1125" b="0" i="0">
                <a:solidFill>
                  <a:srgbClr val="6C625E"/>
                </a:solidFill>
                <a:latin typeface="Arial"/>
                <a:ea typeface="Arial"/>
                <a:cs typeface="Arial"/>
              </a:defRPr>
            </a:lvl9pPr>
          </a:lstStyle>
          <a:p xmlns:a="http://schemas.openxmlformats.org/drawingml/2006/main">
            <a:pPr algn="l">
              <a:lnSpc>
                <a:spcPct val="102000"/>
              </a:lnSpc>
              <a:buNone/>
              <a:defRPr sz="1125" b="0" i="0">
                <a:solidFill>
                  <a:srgbClr val="6C625E"/>
                </a:solidFill>
                <a:latin typeface="Arial"/>
                <a:ea typeface="Arial"/>
                <a:cs typeface="Arial"/>
              </a:defRPr>
            </a:pPr>
            <a:r>
              <a:rPr sz="1125" b="0" i="0">
                <a:solidFill>
                  <a:srgbClr val="6C625E"/>
                </a:solidFill>
                <a:latin typeface="Arial"/>
                <a:ea typeface="Arial"/>
                <a:cs typeface="Arial"/>
              </a:rPr>
              <a:t>Av. Camino del Polio, 18.</a:t>
            </a:r>
          </a:p>
        </p:txBody>
      </p:sp>
      <p:sp>
        <p:nvSpPr>
          <p:cNvPr id="24" name="">
            <a:extLst xmlns:a="http://schemas.openxmlformats.org/drawingml/2006/main">
              <a:ext uri="{FF2B5EF4-FFF2-40B4-BE49-F238E27FC236}">
                <a16:creationId xmlns:a16="http://schemas.microsoft.com/office/drawing/2014/main" id="{9845EA8A-3DB2-42DE-AAEB-4EEA3D9E35A9}"/>
              </a:ext>
            </a:extLst>
          </p:cNvPr>
          <p:cNvSpPr>
            <a:spLocks xmlns:a="http://schemas.openxmlformats.org/drawingml/2006/main" noGrp="1"/>
          </p:cNvSpPr>
          <p:nvPr/>
        </p:nvSpPr>
        <p:spPr>
          <a:xfrm xmlns:a="http://schemas.openxmlformats.org/drawingml/2006/main">
            <a:off x="762000" y="6105525"/>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6C625E"/>
                </a:solidFill>
                <a:latin typeface="Arial"/>
                <a:ea typeface="Arial"/>
                <a:cs typeface="Arial"/>
              </a:defRPr>
            </a:defPPr>
            <a:lvl1pPr algn="l">
              <a:defRPr sz="1050" b="0" i="0">
                <a:solidFill>
                  <a:srgbClr val="6C625E"/>
                </a:solidFill>
                <a:latin typeface="Arial"/>
                <a:ea typeface="Arial"/>
                <a:cs typeface="Arial"/>
              </a:defRPr>
            </a:lvl1pPr>
            <a:lvl2pPr algn="l">
              <a:defRPr sz="1050" b="0" i="0">
                <a:solidFill>
                  <a:srgbClr val="6C625E"/>
                </a:solidFill>
                <a:latin typeface="Arial"/>
                <a:ea typeface="Arial"/>
                <a:cs typeface="Arial"/>
              </a:defRPr>
            </a:lvl2pPr>
            <a:lvl3pPr algn="l">
              <a:defRPr sz="1050" b="0" i="0">
                <a:solidFill>
                  <a:srgbClr val="6C625E"/>
                </a:solidFill>
                <a:latin typeface="Arial"/>
                <a:ea typeface="Arial"/>
                <a:cs typeface="Arial"/>
              </a:defRPr>
            </a:lvl3pPr>
            <a:lvl4pPr algn="l">
              <a:defRPr sz="1050" b="0" i="0">
                <a:solidFill>
                  <a:srgbClr val="6C625E"/>
                </a:solidFill>
                <a:latin typeface="Arial"/>
                <a:ea typeface="Arial"/>
                <a:cs typeface="Arial"/>
              </a:defRPr>
            </a:lvl4pPr>
            <a:lvl5pPr algn="l">
              <a:defRPr sz="1050" b="0" i="0">
                <a:solidFill>
                  <a:srgbClr val="6C625E"/>
                </a:solidFill>
                <a:latin typeface="Arial"/>
                <a:ea typeface="Arial"/>
                <a:cs typeface="Arial"/>
              </a:defRPr>
            </a:lvl5pPr>
            <a:lvl6pPr algn="l">
              <a:defRPr sz="1050" b="0" i="0">
                <a:solidFill>
                  <a:srgbClr val="6C625E"/>
                </a:solidFill>
                <a:latin typeface="Arial"/>
                <a:ea typeface="Arial"/>
                <a:cs typeface="Arial"/>
              </a:defRPr>
            </a:lvl6pPr>
            <a:lvl7pPr algn="l">
              <a:defRPr sz="1050" b="0" i="0">
                <a:solidFill>
                  <a:srgbClr val="6C625E"/>
                </a:solidFill>
                <a:latin typeface="Arial"/>
                <a:ea typeface="Arial"/>
                <a:cs typeface="Arial"/>
              </a:defRPr>
            </a:lvl7pPr>
            <a:lvl8pPr algn="l">
              <a:defRPr sz="1050" b="0" i="0">
                <a:solidFill>
                  <a:srgbClr val="6C625E"/>
                </a:solidFill>
                <a:latin typeface="Arial"/>
                <a:ea typeface="Arial"/>
                <a:cs typeface="Arial"/>
              </a:defRPr>
            </a:lvl8pPr>
            <a:lvl9pPr algn="l">
              <a:defRPr sz="1050" b="0" i="0">
                <a:solidFill>
                  <a:srgbClr val="6C625E"/>
                </a:solidFill>
                <a:latin typeface="Arial"/>
                <a:ea typeface="Arial"/>
                <a:cs typeface="Arial"/>
              </a:defRPr>
            </a:lvl9pPr>
          </a:lstStyle>
          <a:p xmlns:a="http://schemas.openxmlformats.org/drawingml/2006/main">
            <a:pPr algn="l">
              <a:lnSpc>
                <a:spcPct val="102000"/>
              </a:lnSpc>
              <a:buNone/>
              <a:defRPr sz="1050" b="0" i="0">
                <a:solidFill>
                  <a:srgbClr val="6C625E"/>
                </a:solidFill>
                <a:latin typeface="Arial"/>
                <a:ea typeface="Arial"/>
                <a:cs typeface="Arial"/>
              </a:defRPr>
            </a:pPr>
            <a:r>
              <a:rPr sz="1050" b="0" i="0">
                <a:solidFill>
                  <a:srgbClr val="6C625E"/>
                </a:solidFill>
                <a:latin typeface="Arial"/>
                <a:ea typeface="Arial"/>
                <a:cs typeface="Arial"/>
              </a:rPr>
              <a:t>Tres bases logísticas y una ubicación de oficinas</a:t>
            </a:r>
          </a:p>
        </p:txBody>
      </p:sp>
      <p:sp>
        <p:nvSpPr>
          <p:cNvPr id="25" name="">
            <a:extLst xmlns:a="http://schemas.openxmlformats.org/drawingml/2006/main">
              <a:ext uri="{FF2B5EF4-FFF2-40B4-BE49-F238E27FC236}">
                <a16:creationId xmlns:a16="http://schemas.microsoft.com/office/drawing/2014/main" id="{46E2CFB8-BF39-41FD-9AA8-2B8646249C0B}"/>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27ED020-44AA-42E7-A11B-C958B5C2B3EE}"/>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04 / DÓNDE ESTAMOS</a:t>
            </a:r>
          </a:p>
        </p:txBody>
      </p:sp>
      <p:sp>
        <p:nvSpPr>
          <p:cNvPr id="27" name="">
            <a:extLst xmlns:a="http://schemas.openxmlformats.org/drawingml/2006/main">
              <a:ext uri="{FF2B5EF4-FFF2-40B4-BE49-F238E27FC236}">
                <a16:creationId xmlns:a16="http://schemas.microsoft.com/office/drawing/2014/main" id="{D6835CA5-13C3-432F-B60A-87C399840660}"/>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12 / 16</a:t>
            </a:r>
          </a:p>
        </p:txBody>
      </p:sp>
    </p:spTree>
    <p:extLst>
      <p:ext uri="{BB962C8B-B14F-4D97-AF65-F5344CB8AC3E}">
        <p14:creationId xmlns:p14="http://schemas.microsoft.com/office/powerpoint/2010/main" val="1906225683"/>
      </p:ext>
    </p:extLst>
  </p:cSld>
</p:sld>
</file>

<file path=ppt/slides/slide13.xml><?xml version="1.0" encoding="utf-8"?>
<p:sld xmlns:p="http://schemas.openxmlformats.org/presentationml/2006/main">
  <p:cSld>
    <p:bg>
      <p:bgPr>
        <a:solidFill xmlns:a="http://schemas.openxmlformats.org/drawingml/2006/main">
          <a:srgbClr val="281E2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46F73FB-57F4-4F9D-92A6-1C0B152EC9E9}"/>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FF8D9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26AB900-E8F3-40B9-AE34-E4CB6B448597}"/>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B8BD"/>
                </a:solidFill>
                <a:latin typeface="Arial"/>
                <a:ea typeface="Arial"/>
                <a:cs typeface="Arial"/>
              </a:defRPr>
            </a:defPPr>
            <a:lvl1pPr algn="l">
              <a:defRPr sz="900" b="1" i="0">
                <a:solidFill>
                  <a:srgbClr val="FFB8BD"/>
                </a:solidFill>
                <a:latin typeface="Arial"/>
                <a:ea typeface="Arial"/>
                <a:cs typeface="Arial"/>
              </a:defRPr>
            </a:lvl1pPr>
            <a:lvl2pPr algn="l">
              <a:defRPr sz="900" b="1" i="0">
                <a:solidFill>
                  <a:srgbClr val="FFB8BD"/>
                </a:solidFill>
                <a:latin typeface="Arial"/>
                <a:ea typeface="Arial"/>
                <a:cs typeface="Arial"/>
              </a:defRPr>
            </a:lvl2pPr>
            <a:lvl3pPr algn="l">
              <a:defRPr sz="900" b="1" i="0">
                <a:solidFill>
                  <a:srgbClr val="FFB8BD"/>
                </a:solidFill>
                <a:latin typeface="Arial"/>
                <a:ea typeface="Arial"/>
                <a:cs typeface="Arial"/>
              </a:defRPr>
            </a:lvl3pPr>
            <a:lvl4pPr algn="l">
              <a:defRPr sz="900" b="1" i="0">
                <a:solidFill>
                  <a:srgbClr val="FFB8BD"/>
                </a:solidFill>
                <a:latin typeface="Arial"/>
                <a:ea typeface="Arial"/>
                <a:cs typeface="Arial"/>
              </a:defRPr>
            </a:lvl4pPr>
            <a:lvl5pPr algn="l">
              <a:defRPr sz="900" b="1" i="0">
                <a:solidFill>
                  <a:srgbClr val="FFB8BD"/>
                </a:solidFill>
                <a:latin typeface="Arial"/>
                <a:ea typeface="Arial"/>
                <a:cs typeface="Arial"/>
              </a:defRPr>
            </a:lvl5pPr>
            <a:lvl6pPr algn="l">
              <a:defRPr sz="900" b="1" i="0">
                <a:solidFill>
                  <a:srgbClr val="FFB8BD"/>
                </a:solidFill>
                <a:latin typeface="Arial"/>
                <a:ea typeface="Arial"/>
                <a:cs typeface="Arial"/>
              </a:defRPr>
            </a:lvl6pPr>
            <a:lvl7pPr algn="l">
              <a:defRPr sz="900" b="1" i="0">
                <a:solidFill>
                  <a:srgbClr val="FFB8BD"/>
                </a:solidFill>
                <a:latin typeface="Arial"/>
                <a:ea typeface="Arial"/>
                <a:cs typeface="Arial"/>
              </a:defRPr>
            </a:lvl7pPr>
            <a:lvl8pPr algn="l">
              <a:defRPr sz="900" b="1" i="0">
                <a:solidFill>
                  <a:srgbClr val="FFB8BD"/>
                </a:solidFill>
                <a:latin typeface="Arial"/>
                <a:ea typeface="Arial"/>
                <a:cs typeface="Arial"/>
              </a:defRPr>
            </a:lvl8pPr>
            <a:lvl9pPr algn="l">
              <a:defRPr sz="900" b="1" i="0">
                <a:solidFill>
                  <a:srgbClr val="FFB8BD"/>
                </a:solidFill>
                <a:latin typeface="Arial"/>
                <a:ea typeface="Arial"/>
                <a:cs typeface="Arial"/>
              </a:defRPr>
            </a:lvl9pPr>
          </a:lstStyle>
          <a:p xmlns:a="http://schemas.openxmlformats.org/drawingml/2006/main">
            <a:pPr algn="l">
              <a:lnSpc>
                <a:spcPct val="102000"/>
              </a:lnSpc>
              <a:buNone/>
              <a:defRPr sz="900" b="1" i="0">
                <a:solidFill>
                  <a:srgbClr val="FFB8BD"/>
                </a:solidFill>
                <a:latin typeface="Arial"/>
                <a:ea typeface="Arial"/>
                <a:cs typeface="Arial"/>
              </a:defRPr>
            </a:pPr>
            <a:r>
              <a:rPr sz="900" b="1" i="0">
                <a:solidFill>
                  <a:srgbClr val="FFB8BD"/>
                </a:solidFill>
                <a:latin typeface="Arial"/>
                <a:ea typeface="Arial"/>
                <a:cs typeface="Arial"/>
              </a:rPr>
              <a:t>05 / QUÉ BUSCAMOS</a:t>
            </a:r>
          </a:p>
        </p:txBody>
      </p:sp>
      <p:sp>
        <p:nvSpPr>
          <p:cNvPr id="3" name="">
            <a:extLst xmlns:a="http://schemas.openxmlformats.org/drawingml/2006/main">
              <a:ext uri="{FF2B5EF4-FFF2-40B4-BE49-F238E27FC236}">
                <a16:creationId xmlns:a16="http://schemas.microsoft.com/office/drawing/2014/main" id="{17A9ADAA-5F11-4FAE-ACFF-8CE8AE85C3DD}"/>
              </a:ext>
            </a:extLst>
          </p:cNvPr>
          <p:cNvSpPr>
            <a:spLocks xmlns:a="http://schemas.openxmlformats.org/drawingml/2006/main" noGrp="1"/>
          </p:cNvSpPr>
          <p:nvPr/>
        </p:nvSpPr>
        <p:spPr>
          <a:xfrm xmlns:a="http://schemas.openxmlformats.org/drawingml/2006/main">
            <a:off x="762000" y="1028700"/>
            <a:ext cx="10668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00" b="0" i="0">
                <a:solidFill>
                  <a:srgbClr val="FFFFFF"/>
                </a:solidFill>
                <a:latin typeface="Georgia"/>
                <a:ea typeface="Georgia"/>
                <a:cs typeface="Georgia"/>
              </a:defRPr>
            </a:defPPr>
            <a:lvl1pPr algn="l">
              <a:defRPr sz="5100" b="0" i="0">
                <a:solidFill>
                  <a:srgbClr val="FFFFFF"/>
                </a:solidFill>
                <a:latin typeface="Georgia"/>
                <a:ea typeface="Georgia"/>
                <a:cs typeface="Georgia"/>
              </a:defRPr>
            </a:lvl1pPr>
            <a:lvl2pPr algn="l">
              <a:defRPr sz="5100" b="0" i="0">
                <a:solidFill>
                  <a:srgbClr val="FFFFFF"/>
                </a:solidFill>
                <a:latin typeface="Georgia"/>
                <a:ea typeface="Georgia"/>
                <a:cs typeface="Georgia"/>
              </a:defRPr>
            </a:lvl2pPr>
            <a:lvl3pPr algn="l">
              <a:defRPr sz="5100" b="0" i="0">
                <a:solidFill>
                  <a:srgbClr val="FFFFFF"/>
                </a:solidFill>
                <a:latin typeface="Georgia"/>
                <a:ea typeface="Georgia"/>
                <a:cs typeface="Georgia"/>
              </a:defRPr>
            </a:lvl3pPr>
            <a:lvl4pPr algn="l">
              <a:defRPr sz="5100" b="0" i="0">
                <a:solidFill>
                  <a:srgbClr val="FFFFFF"/>
                </a:solidFill>
                <a:latin typeface="Georgia"/>
                <a:ea typeface="Georgia"/>
                <a:cs typeface="Georgia"/>
              </a:defRPr>
            </a:lvl4pPr>
            <a:lvl5pPr algn="l">
              <a:defRPr sz="5100" b="0" i="0">
                <a:solidFill>
                  <a:srgbClr val="FFFFFF"/>
                </a:solidFill>
                <a:latin typeface="Georgia"/>
                <a:ea typeface="Georgia"/>
                <a:cs typeface="Georgia"/>
              </a:defRPr>
            </a:lvl5pPr>
            <a:lvl6pPr algn="l">
              <a:defRPr sz="5100" b="0" i="0">
                <a:solidFill>
                  <a:srgbClr val="FFFFFF"/>
                </a:solidFill>
                <a:latin typeface="Georgia"/>
                <a:ea typeface="Georgia"/>
                <a:cs typeface="Georgia"/>
              </a:defRPr>
            </a:lvl6pPr>
            <a:lvl7pPr algn="l">
              <a:defRPr sz="5100" b="0" i="0">
                <a:solidFill>
                  <a:srgbClr val="FFFFFF"/>
                </a:solidFill>
                <a:latin typeface="Georgia"/>
                <a:ea typeface="Georgia"/>
                <a:cs typeface="Georgia"/>
              </a:defRPr>
            </a:lvl7pPr>
            <a:lvl8pPr algn="l">
              <a:defRPr sz="5100" b="0" i="0">
                <a:solidFill>
                  <a:srgbClr val="FFFFFF"/>
                </a:solidFill>
                <a:latin typeface="Georgia"/>
                <a:ea typeface="Georgia"/>
                <a:cs typeface="Georgia"/>
              </a:defRPr>
            </a:lvl8pPr>
            <a:lvl9pPr algn="l">
              <a:defRPr sz="5100" b="0" i="0">
                <a:solidFill>
                  <a:srgbClr val="FFFFFF"/>
                </a:solidFill>
                <a:latin typeface="Georgia"/>
                <a:ea typeface="Georgia"/>
                <a:cs typeface="Georgia"/>
              </a:defRPr>
            </a:lvl9pPr>
          </a:lstStyle>
          <a:p xmlns:a="http://schemas.openxmlformats.org/drawingml/2006/main">
            <a:pPr algn="l">
              <a:lnSpc>
                <a:spcPct val="98000"/>
              </a:lnSpc>
              <a:buNone/>
              <a:defRPr sz="5100" b="0" i="0">
                <a:solidFill>
                  <a:srgbClr val="FFFFFF"/>
                </a:solidFill>
                <a:latin typeface="Georgia"/>
                <a:ea typeface="Georgia"/>
                <a:cs typeface="Georgia"/>
              </a:defRPr>
            </a:pPr>
            <a:r>
              <a:rPr sz="5100" b="0" i="0">
                <a:solidFill>
                  <a:srgbClr val="FFFFFF"/>
                </a:solidFill>
                <a:latin typeface="Georgia"/>
                <a:ea typeface="Georgia"/>
                <a:cs typeface="Georgia"/>
              </a:rPr>
              <a:t>Socios para crecer en Italia y Europa</a:t>
            </a:r>
          </a:p>
        </p:txBody>
      </p:sp>
      <p:sp>
        <p:nvSpPr>
          <p:cNvPr id="4" name="">
            <a:extLst xmlns:a="http://schemas.openxmlformats.org/drawingml/2006/main">
              <a:ext uri="{FF2B5EF4-FFF2-40B4-BE49-F238E27FC236}">
                <a16:creationId xmlns:a16="http://schemas.microsoft.com/office/drawing/2014/main" id="{86A144EE-EF25-4963-9163-4D2D8D1A3502}"/>
              </a:ext>
            </a:extLst>
          </p:cNvPr>
          <p:cNvSpPr>
            <a:spLocks xmlns:a="http://schemas.openxmlformats.org/drawingml/2006/main" noGrp="1"/>
          </p:cNvSpPr>
          <p:nvPr/>
        </p:nvSpPr>
        <p:spPr>
          <a:xfrm xmlns:a="http://schemas.openxmlformats.org/drawingml/2006/main">
            <a:off x="762000" y="2305050"/>
            <a:ext cx="1047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i="0">
                <a:solidFill>
                  <a:srgbClr val="F1E7E5"/>
                </a:solidFill>
                <a:latin typeface="Arial"/>
                <a:ea typeface="Arial"/>
                <a:cs typeface="Arial"/>
              </a:defRPr>
            </a:defPPr>
            <a:lvl1pPr algn="l">
              <a:defRPr sz="1725" b="0" i="0">
                <a:solidFill>
                  <a:srgbClr val="F1E7E5"/>
                </a:solidFill>
                <a:latin typeface="Arial"/>
                <a:ea typeface="Arial"/>
                <a:cs typeface="Arial"/>
              </a:defRPr>
            </a:lvl1pPr>
            <a:lvl2pPr algn="l">
              <a:defRPr sz="1725" b="0" i="0">
                <a:solidFill>
                  <a:srgbClr val="F1E7E5"/>
                </a:solidFill>
                <a:latin typeface="Arial"/>
                <a:ea typeface="Arial"/>
                <a:cs typeface="Arial"/>
              </a:defRPr>
            </a:lvl2pPr>
            <a:lvl3pPr algn="l">
              <a:defRPr sz="1725" b="0" i="0">
                <a:solidFill>
                  <a:srgbClr val="F1E7E5"/>
                </a:solidFill>
                <a:latin typeface="Arial"/>
                <a:ea typeface="Arial"/>
                <a:cs typeface="Arial"/>
              </a:defRPr>
            </a:lvl3pPr>
            <a:lvl4pPr algn="l">
              <a:defRPr sz="1725" b="0" i="0">
                <a:solidFill>
                  <a:srgbClr val="F1E7E5"/>
                </a:solidFill>
                <a:latin typeface="Arial"/>
                <a:ea typeface="Arial"/>
                <a:cs typeface="Arial"/>
              </a:defRPr>
            </a:lvl4pPr>
            <a:lvl5pPr algn="l">
              <a:defRPr sz="1725" b="0" i="0">
                <a:solidFill>
                  <a:srgbClr val="F1E7E5"/>
                </a:solidFill>
                <a:latin typeface="Arial"/>
                <a:ea typeface="Arial"/>
                <a:cs typeface="Arial"/>
              </a:defRPr>
            </a:lvl5pPr>
            <a:lvl6pPr algn="l">
              <a:defRPr sz="1725" b="0" i="0">
                <a:solidFill>
                  <a:srgbClr val="F1E7E5"/>
                </a:solidFill>
                <a:latin typeface="Arial"/>
                <a:ea typeface="Arial"/>
                <a:cs typeface="Arial"/>
              </a:defRPr>
            </a:lvl6pPr>
            <a:lvl7pPr algn="l">
              <a:defRPr sz="1725" b="0" i="0">
                <a:solidFill>
                  <a:srgbClr val="F1E7E5"/>
                </a:solidFill>
                <a:latin typeface="Arial"/>
                <a:ea typeface="Arial"/>
                <a:cs typeface="Arial"/>
              </a:defRPr>
            </a:lvl7pPr>
            <a:lvl8pPr algn="l">
              <a:defRPr sz="1725" b="0" i="0">
                <a:solidFill>
                  <a:srgbClr val="F1E7E5"/>
                </a:solidFill>
                <a:latin typeface="Arial"/>
                <a:ea typeface="Arial"/>
                <a:cs typeface="Arial"/>
              </a:defRPr>
            </a:lvl8pPr>
            <a:lvl9pPr algn="l">
              <a:defRPr sz="1725" b="0" i="0">
                <a:solidFill>
                  <a:srgbClr val="F1E7E5"/>
                </a:solidFill>
                <a:latin typeface="Arial"/>
                <a:ea typeface="Arial"/>
                <a:cs typeface="Arial"/>
              </a:defRPr>
            </a:lvl9pPr>
          </a:lstStyle>
          <a:p xmlns:a="http://schemas.openxmlformats.org/drawingml/2006/main">
            <a:pPr algn="l">
              <a:lnSpc>
                <a:spcPct val="102000"/>
              </a:lnSpc>
              <a:buNone/>
              <a:defRPr sz="1725" b="0" i="0">
                <a:solidFill>
                  <a:srgbClr val="F1E7E5"/>
                </a:solidFill>
                <a:latin typeface="Arial"/>
                <a:ea typeface="Arial"/>
                <a:cs typeface="Arial"/>
              </a:defRPr>
            </a:pPr>
            <a:r>
              <a:rPr sz="1725" b="0" i="0">
                <a:solidFill>
                  <a:srgbClr val="F1E7E5"/>
                </a:solidFill>
                <a:latin typeface="Arial"/>
                <a:ea typeface="Arial"/>
                <a:cs typeface="Arial"/>
              </a:rPr>
              <a:t>Operamos en España, Portugal, Francia y Alemania. Ya hemos realizado transportes en Italia a petición de clientes, pero aún no tenemos presencia estable.</a:t>
            </a:r>
          </a:p>
        </p:txBody>
      </p:sp>
      <p:sp>
        <p:nvSpPr>
          <p:cNvPr id="5" name="">
            <a:extLst xmlns:a="http://schemas.openxmlformats.org/drawingml/2006/main">
              <a:ext uri="{FF2B5EF4-FFF2-40B4-BE49-F238E27FC236}">
                <a16:creationId xmlns:a16="http://schemas.microsoft.com/office/drawing/2014/main" id="{6753BEFA-1EE4-4E05-B3BE-5792B025F176}"/>
              </a:ext>
            </a:extLst>
          </p:cNvPr>
          <p:cNvSpPr>
            <a:spLocks xmlns:a="http://schemas.openxmlformats.org/drawingml/2006/main" noGrp="1"/>
          </p:cNvSpPr>
          <p:nvPr/>
        </p:nvSpPr>
        <p:spPr>
          <a:xfrm xmlns:a="http://schemas.openxmlformats.org/drawingml/2006/main">
            <a:off x="1219200" y="4352925"/>
            <a:ext cx="7572375" cy="19050"/>
          </a:xfrm>
          <a:prstGeom xmlns:a="http://schemas.openxmlformats.org/drawingml/2006/main" prst="rect">
            <a:avLst/>
          </a:prstGeom>
          <a:solidFill xmlns:a="http://schemas.openxmlformats.org/drawingml/2006/main">
            <a:srgbClr val="E7DED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B0BC6CB-1F11-486E-83DC-5729E14DA889}"/>
              </a:ext>
            </a:extLst>
          </p:cNvPr>
          <p:cNvSpPr>
            <a:spLocks xmlns:a="http://schemas.openxmlformats.org/drawingml/2006/main" noGrp="1"/>
          </p:cNvSpPr>
          <p:nvPr/>
        </p:nvSpPr>
        <p:spPr>
          <a:xfrm xmlns:a="http://schemas.openxmlformats.org/drawingml/2006/main">
            <a:off x="1238250" y="4276725"/>
            <a:ext cx="161925" cy="161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68FAE1D-C25C-4DB8-BD30-AF9398B17CE7}"/>
              </a:ext>
            </a:extLst>
          </p:cNvPr>
          <p:cNvSpPr>
            <a:spLocks xmlns:a="http://schemas.openxmlformats.org/drawingml/2006/main" noGrp="1"/>
          </p:cNvSpPr>
          <p:nvPr/>
        </p:nvSpPr>
        <p:spPr>
          <a:xfrm xmlns:a="http://schemas.openxmlformats.org/drawingml/2006/main">
            <a:off x="1143000" y="46005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FFFFFF"/>
                </a:solidFill>
                <a:latin typeface="Georgia"/>
                <a:ea typeface="Georgia"/>
                <a:cs typeface="Georgia"/>
              </a:defRPr>
            </a:defPPr>
            <a:lvl1pPr algn="l">
              <a:defRPr sz="2700" b="0" i="0">
                <a:solidFill>
                  <a:srgbClr val="FFFFFF"/>
                </a:solidFill>
                <a:latin typeface="Georgia"/>
                <a:ea typeface="Georgia"/>
                <a:cs typeface="Georgia"/>
              </a:defRPr>
            </a:lvl1pPr>
            <a:lvl2pPr algn="l">
              <a:defRPr sz="2700" b="0" i="0">
                <a:solidFill>
                  <a:srgbClr val="FFFFFF"/>
                </a:solidFill>
                <a:latin typeface="Georgia"/>
                <a:ea typeface="Georgia"/>
                <a:cs typeface="Georgia"/>
              </a:defRPr>
            </a:lvl2pPr>
            <a:lvl3pPr algn="l">
              <a:defRPr sz="2700" b="0" i="0">
                <a:solidFill>
                  <a:srgbClr val="FFFFFF"/>
                </a:solidFill>
                <a:latin typeface="Georgia"/>
                <a:ea typeface="Georgia"/>
                <a:cs typeface="Georgia"/>
              </a:defRPr>
            </a:lvl3pPr>
            <a:lvl4pPr algn="l">
              <a:defRPr sz="2700" b="0" i="0">
                <a:solidFill>
                  <a:srgbClr val="FFFFFF"/>
                </a:solidFill>
                <a:latin typeface="Georgia"/>
                <a:ea typeface="Georgia"/>
                <a:cs typeface="Georgia"/>
              </a:defRPr>
            </a:lvl4pPr>
            <a:lvl5pPr algn="l">
              <a:defRPr sz="2700" b="0" i="0">
                <a:solidFill>
                  <a:srgbClr val="FFFFFF"/>
                </a:solidFill>
                <a:latin typeface="Georgia"/>
                <a:ea typeface="Georgia"/>
                <a:cs typeface="Georgia"/>
              </a:defRPr>
            </a:lvl5pPr>
            <a:lvl6pPr algn="l">
              <a:defRPr sz="2700" b="0" i="0">
                <a:solidFill>
                  <a:srgbClr val="FFFFFF"/>
                </a:solidFill>
                <a:latin typeface="Georgia"/>
                <a:ea typeface="Georgia"/>
                <a:cs typeface="Georgia"/>
              </a:defRPr>
            </a:lvl6pPr>
            <a:lvl7pPr algn="l">
              <a:defRPr sz="2700" b="0" i="0">
                <a:solidFill>
                  <a:srgbClr val="FFFFFF"/>
                </a:solidFill>
                <a:latin typeface="Georgia"/>
                <a:ea typeface="Georgia"/>
                <a:cs typeface="Georgia"/>
              </a:defRPr>
            </a:lvl7pPr>
            <a:lvl8pPr algn="l">
              <a:defRPr sz="2700" b="0" i="0">
                <a:solidFill>
                  <a:srgbClr val="FFFFFF"/>
                </a:solidFill>
                <a:latin typeface="Georgia"/>
                <a:ea typeface="Georgia"/>
                <a:cs typeface="Georgia"/>
              </a:defRPr>
            </a:lvl8pPr>
            <a:lvl9pPr algn="l">
              <a:defRPr sz="2700" b="0" i="0">
                <a:solidFill>
                  <a:srgbClr val="FFFFFF"/>
                </a:solidFill>
                <a:latin typeface="Georgia"/>
                <a:ea typeface="Georgia"/>
                <a:cs typeface="Georgia"/>
              </a:defRPr>
            </a:lvl9pPr>
          </a:lstStyle>
          <a:p xmlns:a="http://schemas.openxmlformats.org/drawingml/2006/main">
            <a:pPr algn="l">
              <a:lnSpc>
                <a:spcPct val="102000"/>
              </a:lnSpc>
              <a:buNone/>
              <a:defRPr sz="2700" b="0" i="0">
                <a:solidFill>
                  <a:srgbClr val="FFFFFF"/>
                </a:solidFill>
                <a:latin typeface="Georgia"/>
                <a:ea typeface="Georgia"/>
                <a:cs typeface="Georgia"/>
              </a:defRPr>
            </a:pPr>
            <a:r>
              <a:rPr sz="2700" b="0" i="0">
                <a:solidFill>
                  <a:srgbClr val="FFFFFF"/>
                </a:solidFill>
                <a:latin typeface="Georgia"/>
                <a:ea typeface="Georgia"/>
                <a:cs typeface="Georgia"/>
              </a:rPr>
              <a:t>Portugal</a:t>
            </a:r>
          </a:p>
        </p:txBody>
      </p:sp>
      <p:sp>
        <p:nvSpPr>
          <p:cNvPr id="8" name="">
            <a:extLst xmlns:a="http://schemas.openxmlformats.org/drawingml/2006/main">
              <a:ext uri="{FF2B5EF4-FFF2-40B4-BE49-F238E27FC236}">
                <a16:creationId xmlns:a16="http://schemas.microsoft.com/office/drawing/2014/main" id="{0D66568E-4567-4562-937D-6F677200EC0A}"/>
              </a:ext>
            </a:extLst>
          </p:cNvPr>
          <p:cNvSpPr>
            <a:spLocks xmlns:a="http://schemas.openxmlformats.org/drawingml/2006/main" noGrp="1"/>
          </p:cNvSpPr>
          <p:nvPr/>
        </p:nvSpPr>
        <p:spPr>
          <a:xfrm xmlns:a="http://schemas.openxmlformats.org/drawingml/2006/main">
            <a:off x="1143000" y="50482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CFC0BF"/>
                </a:solidFill>
                <a:latin typeface="Arial"/>
                <a:ea typeface="Arial"/>
                <a:cs typeface="Arial"/>
              </a:defRPr>
            </a:defPPr>
            <a:lvl1pPr algn="l">
              <a:defRPr sz="1050" b="0" i="0">
                <a:solidFill>
                  <a:srgbClr val="CFC0BF"/>
                </a:solidFill>
                <a:latin typeface="Arial"/>
                <a:ea typeface="Arial"/>
                <a:cs typeface="Arial"/>
              </a:defRPr>
            </a:lvl1pPr>
            <a:lvl2pPr algn="l">
              <a:defRPr sz="1050" b="0" i="0">
                <a:solidFill>
                  <a:srgbClr val="CFC0BF"/>
                </a:solidFill>
                <a:latin typeface="Arial"/>
                <a:ea typeface="Arial"/>
                <a:cs typeface="Arial"/>
              </a:defRPr>
            </a:lvl2pPr>
            <a:lvl3pPr algn="l">
              <a:defRPr sz="1050" b="0" i="0">
                <a:solidFill>
                  <a:srgbClr val="CFC0BF"/>
                </a:solidFill>
                <a:latin typeface="Arial"/>
                <a:ea typeface="Arial"/>
                <a:cs typeface="Arial"/>
              </a:defRPr>
            </a:lvl3pPr>
            <a:lvl4pPr algn="l">
              <a:defRPr sz="1050" b="0" i="0">
                <a:solidFill>
                  <a:srgbClr val="CFC0BF"/>
                </a:solidFill>
                <a:latin typeface="Arial"/>
                <a:ea typeface="Arial"/>
                <a:cs typeface="Arial"/>
              </a:defRPr>
            </a:lvl4pPr>
            <a:lvl5pPr algn="l">
              <a:defRPr sz="1050" b="0" i="0">
                <a:solidFill>
                  <a:srgbClr val="CFC0BF"/>
                </a:solidFill>
                <a:latin typeface="Arial"/>
                <a:ea typeface="Arial"/>
                <a:cs typeface="Arial"/>
              </a:defRPr>
            </a:lvl5pPr>
            <a:lvl6pPr algn="l">
              <a:defRPr sz="1050" b="0" i="0">
                <a:solidFill>
                  <a:srgbClr val="CFC0BF"/>
                </a:solidFill>
                <a:latin typeface="Arial"/>
                <a:ea typeface="Arial"/>
                <a:cs typeface="Arial"/>
              </a:defRPr>
            </a:lvl6pPr>
            <a:lvl7pPr algn="l">
              <a:defRPr sz="1050" b="0" i="0">
                <a:solidFill>
                  <a:srgbClr val="CFC0BF"/>
                </a:solidFill>
                <a:latin typeface="Arial"/>
                <a:ea typeface="Arial"/>
                <a:cs typeface="Arial"/>
              </a:defRPr>
            </a:lvl7pPr>
            <a:lvl8pPr algn="l">
              <a:defRPr sz="1050" b="0" i="0">
                <a:solidFill>
                  <a:srgbClr val="CFC0BF"/>
                </a:solidFill>
                <a:latin typeface="Arial"/>
                <a:ea typeface="Arial"/>
                <a:cs typeface="Arial"/>
              </a:defRPr>
            </a:lvl8pPr>
            <a:lvl9pPr algn="l">
              <a:defRPr sz="1050" b="0" i="0">
                <a:solidFill>
                  <a:srgbClr val="CFC0BF"/>
                </a:solidFill>
                <a:latin typeface="Arial"/>
                <a:ea typeface="Arial"/>
                <a:cs typeface="Arial"/>
              </a:defRPr>
            </a:lvl9pPr>
          </a:lstStyle>
          <a:p xmlns:a="http://schemas.openxmlformats.org/drawingml/2006/main">
            <a:pPr algn="l">
              <a:lnSpc>
                <a:spcPct val="102000"/>
              </a:lnSpc>
              <a:buNone/>
              <a:defRPr sz="1050" b="0" i="0">
                <a:solidFill>
                  <a:srgbClr val="CFC0BF"/>
                </a:solidFill>
                <a:latin typeface="Arial"/>
                <a:ea typeface="Arial"/>
                <a:cs typeface="Arial"/>
              </a:defRPr>
            </a:pPr>
            <a:r>
              <a:rPr sz="1050" b="0" i="0">
                <a:solidFill>
                  <a:srgbClr val="CFC0BF"/>
                </a:solidFill>
                <a:latin typeface="Arial"/>
                <a:ea typeface="Arial"/>
                <a:cs typeface="Arial"/>
              </a:rPr>
              <a:t>Actividad actual</a:t>
            </a:r>
          </a:p>
        </p:txBody>
      </p:sp>
      <p:sp>
        <p:nvSpPr>
          <p:cNvPr id="9" name="">
            <a:extLst xmlns:a="http://schemas.openxmlformats.org/drawingml/2006/main">
              <a:ext uri="{FF2B5EF4-FFF2-40B4-BE49-F238E27FC236}">
                <a16:creationId xmlns:a16="http://schemas.microsoft.com/office/drawing/2014/main" id="{8E690202-0A44-4E9B-A542-A57D193ADFEB}"/>
              </a:ext>
            </a:extLst>
          </p:cNvPr>
          <p:cNvSpPr>
            <a:spLocks xmlns:a="http://schemas.openxmlformats.org/drawingml/2006/main" noGrp="1"/>
          </p:cNvSpPr>
          <p:nvPr/>
        </p:nvSpPr>
        <p:spPr>
          <a:xfrm xmlns:a="http://schemas.openxmlformats.org/drawingml/2006/main">
            <a:off x="3648075" y="4276725"/>
            <a:ext cx="161925" cy="161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409512D-685E-4482-93FC-3A383C1EDDC1}"/>
              </a:ext>
            </a:extLst>
          </p:cNvPr>
          <p:cNvSpPr>
            <a:spLocks xmlns:a="http://schemas.openxmlformats.org/drawingml/2006/main" noGrp="1"/>
          </p:cNvSpPr>
          <p:nvPr/>
        </p:nvSpPr>
        <p:spPr>
          <a:xfrm xmlns:a="http://schemas.openxmlformats.org/drawingml/2006/main">
            <a:off x="3552825" y="46005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FFFFFF"/>
                </a:solidFill>
                <a:latin typeface="Georgia"/>
                <a:ea typeface="Georgia"/>
                <a:cs typeface="Georgia"/>
              </a:defRPr>
            </a:defPPr>
            <a:lvl1pPr algn="l">
              <a:defRPr sz="2700" b="0" i="0">
                <a:solidFill>
                  <a:srgbClr val="FFFFFF"/>
                </a:solidFill>
                <a:latin typeface="Georgia"/>
                <a:ea typeface="Georgia"/>
                <a:cs typeface="Georgia"/>
              </a:defRPr>
            </a:lvl1pPr>
            <a:lvl2pPr algn="l">
              <a:defRPr sz="2700" b="0" i="0">
                <a:solidFill>
                  <a:srgbClr val="FFFFFF"/>
                </a:solidFill>
                <a:latin typeface="Georgia"/>
                <a:ea typeface="Georgia"/>
                <a:cs typeface="Georgia"/>
              </a:defRPr>
            </a:lvl2pPr>
            <a:lvl3pPr algn="l">
              <a:defRPr sz="2700" b="0" i="0">
                <a:solidFill>
                  <a:srgbClr val="FFFFFF"/>
                </a:solidFill>
                <a:latin typeface="Georgia"/>
                <a:ea typeface="Georgia"/>
                <a:cs typeface="Georgia"/>
              </a:defRPr>
            </a:lvl3pPr>
            <a:lvl4pPr algn="l">
              <a:defRPr sz="2700" b="0" i="0">
                <a:solidFill>
                  <a:srgbClr val="FFFFFF"/>
                </a:solidFill>
                <a:latin typeface="Georgia"/>
                <a:ea typeface="Georgia"/>
                <a:cs typeface="Georgia"/>
              </a:defRPr>
            </a:lvl4pPr>
            <a:lvl5pPr algn="l">
              <a:defRPr sz="2700" b="0" i="0">
                <a:solidFill>
                  <a:srgbClr val="FFFFFF"/>
                </a:solidFill>
                <a:latin typeface="Georgia"/>
                <a:ea typeface="Georgia"/>
                <a:cs typeface="Georgia"/>
              </a:defRPr>
            </a:lvl5pPr>
            <a:lvl6pPr algn="l">
              <a:defRPr sz="2700" b="0" i="0">
                <a:solidFill>
                  <a:srgbClr val="FFFFFF"/>
                </a:solidFill>
                <a:latin typeface="Georgia"/>
                <a:ea typeface="Georgia"/>
                <a:cs typeface="Georgia"/>
              </a:defRPr>
            </a:lvl6pPr>
            <a:lvl7pPr algn="l">
              <a:defRPr sz="2700" b="0" i="0">
                <a:solidFill>
                  <a:srgbClr val="FFFFFF"/>
                </a:solidFill>
                <a:latin typeface="Georgia"/>
                <a:ea typeface="Georgia"/>
                <a:cs typeface="Georgia"/>
              </a:defRPr>
            </a:lvl7pPr>
            <a:lvl8pPr algn="l">
              <a:defRPr sz="2700" b="0" i="0">
                <a:solidFill>
                  <a:srgbClr val="FFFFFF"/>
                </a:solidFill>
                <a:latin typeface="Georgia"/>
                <a:ea typeface="Georgia"/>
                <a:cs typeface="Georgia"/>
              </a:defRPr>
            </a:lvl8pPr>
            <a:lvl9pPr algn="l">
              <a:defRPr sz="2700" b="0" i="0">
                <a:solidFill>
                  <a:srgbClr val="FFFFFF"/>
                </a:solidFill>
                <a:latin typeface="Georgia"/>
                <a:ea typeface="Georgia"/>
                <a:cs typeface="Georgia"/>
              </a:defRPr>
            </a:lvl9pPr>
          </a:lstStyle>
          <a:p xmlns:a="http://schemas.openxmlformats.org/drawingml/2006/main">
            <a:pPr algn="l">
              <a:lnSpc>
                <a:spcPct val="102000"/>
              </a:lnSpc>
              <a:buNone/>
              <a:defRPr sz="2700" b="0" i="0">
                <a:solidFill>
                  <a:srgbClr val="FFFFFF"/>
                </a:solidFill>
                <a:latin typeface="Georgia"/>
                <a:ea typeface="Georgia"/>
                <a:cs typeface="Georgia"/>
              </a:defRPr>
            </a:pPr>
            <a:r>
              <a:rPr sz="2700" b="0" i="0">
                <a:solidFill>
                  <a:srgbClr val="FFFFFF"/>
                </a:solidFill>
                <a:latin typeface="Georgia"/>
                <a:ea typeface="Georgia"/>
                <a:cs typeface="Georgia"/>
              </a:rPr>
              <a:t>España</a:t>
            </a:r>
          </a:p>
        </p:txBody>
      </p:sp>
      <p:sp>
        <p:nvSpPr>
          <p:cNvPr id="11" name="">
            <a:extLst xmlns:a="http://schemas.openxmlformats.org/drawingml/2006/main">
              <a:ext uri="{FF2B5EF4-FFF2-40B4-BE49-F238E27FC236}">
                <a16:creationId xmlns:a16="http://schemas.microsoft.com/office/drawing/2014/main" id="{9F7CED1D-4DA7-4B62-934E-48C84FAFFBCC}"/>
              </a:ext>
            </a:extLst>
          </p:cNvPr>
          <p:cNvSpPr>
            <a:spLocks xmlns:a="http://schemas.openxmlformats.org/drawingml/2006/main" noGrp="1"/>
          </p:cNvSpPr>
          <p:nvPr/>
        </p:nvSpPr>
        <p:spPr>
          <a:xfrm xmlns:a="http://schemas.openxmlformats.org/drawingml/2006/main">
            <a:off x="3552825" y="50482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CFC0BF"/>
                </a:solidFill>
                <a:latin typeface="Arial"/>
                <a:ea typeface="Arial"/>
                <a:cs typeface="Arial"/>
              </a:defRPr>
            </a:defPPr>
            <a:lvl1pPr algn="l">
              <a:defRPr sz="1050" b="0" i="0">
                <a:solidFill>
                  <a:srgbClr val="CFC0BF"/>
                </a:solidFill>
                <a:latin typeface="Arial"/>
                <a:ea typeface="Arial"/>
                <a:cs typeface="Arial"/>
              </a:defRPr>
            </a:lvl1pPr>
            <a:lvl2pPr algn="l">
              <a:defRPr sz="1050" b="0" i="0">
                <a:solidFill>
                  <a:srgbClr val="CFC0BF"/>
                </a:solidFill>
                <a:latin typeface="Arial"/>
                <a:ea typeface="Arial"/>
                <a:cs typeface="Arial"/>
              </a:defRPr>
            </a:lvl2pPr>
            <a:lvl3pPr algn="l">
              <a:defRPr sz="1050" b="0" i="0">
                <a:solidFill>
                  <a:srgbClr val="CFC0BF"/>
                </a:solidFill>
                <a:latin typeface="Arial"/>
                <a:ea typeface="Arial"/>
                <a:cs typeface="Arial"/>
              </a:defRPr>
            </a:lvl3pPr>
            <a:lvl4pPr algn="l">
              <a:defRPr sz="1050" b="0" i="0">
                <a:solidFill>
                  <a:srgbClr val="CFC0BF"/>
                </a:solidFill>
                <a:latin typeface="Arial"/>
                <a:ea typeface="Arial"/>
                <a:cs typeface="Arial"/>
              </a:defRPr>
            </a:lvl4pPr>
            <a:lvl5pPr algn="l">
              <a:defRPr sz="1050" b="0" i="0">
                <a:solidFill>
                  <a:srgbClr val="CFC0BF"/>
                </a:solidFill>
                <a:latin typeface="Arial"/>
                <a:ea typeface="Arial"/>
                <a:cs typeface="Arial"/>
              </a:defRPr>
            </a:lvl5pPr>
            <a:lvl6pPr algn="l">
              <a:defRPr sz="1050" b="0" i="0">
                <a:solidFill>
                  <a:srgbClr val="CFC0BF"/>
                </a:solidFill>
                <a:latin typeface="Arial"/>
                <a:ea typeface="Arial"/>
                <a:cs typeface="Arial"/>
              </a:defRPr>
            </a:lvl6pPr>
            <a:lvl7pPr algn="l">
              <a:defRPr sz="1050" b="0" i="0">
                <a:solidFill>
                  <a:srgbClr val="CFC0BF"/>
                </a:solidFill>
                <a:latin typeface="Arial"/>
                <a:ea typeface="Arial"/>
                <a:cs typeface="Arial"/>
              </a:defRPr>
            </a:lvl7pPr>
            <a:lvl8pPr algn="l">
              <a:defRPr sz="1050" b="0" i="0">
                <a:solidFill>
                  <a:srgbClr val="CFC0BF"/>
                </a:solidFill>
                <a:latin typeface="Arial"/>
                <a:ea typeface="Arial"/>
                <a:cs typeface="Arial"/>
              </a:defRPr>
            </a:lvl8pPr>
            <a:lvl9pPr algn="l">
              <a:defRPr sz="1050" b="0" i="0">
                <a:solidFill>
                  <a:srgbClr val="CFC0BF"/>
                </a:solidFill>
                <a:latin typeface="Arial"/>
                <a:ea typeface="Arial"/>
                <a:cs typeface="Arial"/>
              </a:defRPr>
            </a:lvl9pPr>
          </a:lstStyle>
          <a:p xmlns:a="http://schemas.openxmlformats.org/drawingml/2006/main">
            <a:pPr algn="l">
              <a:lnSpc>
                <a:spcPct val="102000"/>
              </a:lnSpc>
              <a:buNone/>
              <a:defRPr sz="1050" b="0" i="0">
                <a:solidFill>
                  <a:srgbClr val="CFC0BF"/>
                </a:solidFill>
                <a:latin typeface="Arial"/>
                <a:ea typeface="Arial"/>
                <a:cs typeface="Arial"/>
              </a:defRPr>
            </a:pPr>
            <a:r>
              <a:rPr sz="1050" b="0" i="0">
                <a:solidFill>
                  <a:srgbClr val="CFC0BF"/>
                </a:solidFill>
                <a:latin typeface="Arial"/>
                <a:ea typeface="Arial"/>
                <a:cs typeface="Arial"/>
              </a:rPr>
              <a:t>Actividad actual</a:t>
            </a:r>
          </a:p>
        </p:txBody>
      </p:sp>
      <p:sp>
        <p:nvSpPr>
          <p:cNvPr id="12" name="">
            <a:extLst xmlns:a="http://schemas.openxmlformats.org/drawingml/2006/main">
              <a:ext uri="{FF2B5EF4-FFF2-40B4-BE49-F238E27FC236}">
                <a16:creationId xmlns:a16="http://schemas.microsoft.com/office/drawing/2014/main" id="{CF26032D-1CE8-4CC7-8C88-A6C56717AF70}"/>
              </a:ext>
            </a:extLst>
          </p:cNvPr>
          <p:cNvSpPr>
            <a:spLocks xmlns:a="http://schemas.openxmlformats.org/drawingml/2006/main" noGrp="1"/>
          </p:cNvSpPr>
          <p:nvPr/>
        </p:nvSpPr>
        <p:spPr>
          <a:xfrm xmlns:a="http://schemas.openxmlformats.org/drawingml/2006/main">
            <a:off x="6029325" y="4276725"/>
            <a:ext cx="161925" cy="161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622660A-1DBB-47F6-8FA2-F3B29116F2A5}"/>
              </a:ext>
            </a:extLst>
          </p:cNvPr>
          <p:cNvSpPr>
            <a:spLocks xmlns:a="http://schemas.openxmlformats.org/drawingml/2006/main" noGrp="1"/>
          </p:cNvSpPr>
          <p:nvPr/>
        </p:nvSpPr>
        <p:spPr>
          <a:xfrm xmlns:a="http://schemas.openxmlformats.org/drawingml/2006/main">
            <a:off x="5934075" y="46005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FFFFFF"/>
                </a:solidFill>
                <a:latin typeface="Georgia"/>
                <a:ea typeface="Georgia"/>
                <a:cs typeface="Georgia"/>
              </a:defRPr>
            </a:defPPr>
            <a:lvl1pPr algn="l">
              <a:defRPr sz="2700" b="0" i="0">
                <a:solidFill>
                  <a:srgbClr val="FFFFFF"/>
                </a:solidFill>
                <a:latin typeface="Georgia"/>
                <a:ea typeface="Georgia"/>
                <a:cs typeface="Georgia"/>
              </a:defRPr>
            </a:lvl1pPr>
            <a:lvl2pPr algn="l">
              <a:defRPr sz="2700" b="0" i="0">
                <a:solidFill>
                  <a:srgbClr val="FFFFFF"/>
                </a:solidFill>
                <a:latin typeface="Georgia"/>
                <a:ea typeface="Georgia"/>
                <a:cs typeface="Georgia"/>
              </a:defRPr>
            </a:lvl2pPr>
            <a:lvl3pPr algn="l">
              <a:defRPr sz="2700" b="0" i="0">
                <a:solidFill>
                  <a:srgbClr val="FFFFFF"/>
                </a:solidFill>
                <a:latin typeface="Georgia"/>
                <a:ea typeface="Georgia"/>
                <a:cs typeface="Georgia"/>
              </a:defRPr>
            </a:lvl3pPr>
            <a:lvl4pPr algn="l">
              <a:defRPr sz="2700" b="0" i="0">
                <a:solidFill>
                  <a:srgbClr val="FFFFFF"/>
                </a:solidFill>
                <a:latin typeface="Georgia"/>
                <a:ea typeface="Georgia"/>
                <a:cs typeface="Georgia"/>
              </a:defRPr>
            </a:lvl4pPr>
            <a:lvl5pPr algn="l">
              <a:defRPr sz="2700" b="0" i="0">
                <a:solidFill>
                  <a:srgbClr val="FFFFFF"/>
                </a:solidFill>
                <a:latin typeface="Georgia"/>
                <a:ea typeface="Georgia"/>
                <a:cs typeface="Georgia"/>
              </a:defRPr>
            </a:lvl5pPr>
            <a:lvl6pPr algn="l">
              <a:defRPr sz="2700" b="0" i="0">
                <a:solidFill>
                  <a:srgbClr val="FFFFFF"/>
                </a:solidFill>
                <a:latin typeface="Georgia"/>
                <a:ea typeface="Georgia"/>
                <a:cs typeface="Georgia"/>
              </a:defRPr>
            </a:lvl6pPr>
            <a:lvl7pPr algn="l">
              <a:defRPr sz="2700" b="0" i="0">
                <a:solidFill>
                  <a:srgbClr val="FFFFFF"/>
                </a:solidFill>
                <a:latin typeface="Georgia"/>
                <a:ea typeface="Georgia"/>
                <a:cs typeface="Georgia"/>
              </a:defRPr>
            </a:lvl7pPr>
            <a:lvl8pPr algn="l">
              <a:defRPr sz="2700" b="0" i="0">
                <a:solidFill>
                  <a:srgbClr val="FFFFFF"/>
                </a:solidFill>
                <a:latin typeface="Georgia"/>
                <a:ea typeface="Georgia"/>
                <a:cs typeface="Georgia"/>
              </a:defRPr>
            </a:lvl8pPr>
            <a:lvl9pPr algn="l">
              <a:defRPr sz="2700" b="0" i="0">
                <a:solidFill>
                  <a:srgbClr val="FFFFFF"/>
                </a:solidFill>
                <a:latin typeface="Georgia"/>
                <a:ea typeface="Georgia"/>
                <a:cs typeface="Georgia"/>
              </a:defRPr>
            </a:lvl9pPr>
          </a:lstStyle>
          <a:p xmlns:a="http://schemas.openxmlformats.org/drawingml/2006/main">
            <a:pPr algn="l">
              <a:lnSpc>
                <a:spcPct val="102000"/>
              </a:lnSpc>
              <a:buNone/>
              <a:defRPr sz="2700" b="0" i="0">
                <a:solidFill>
                  <a:srgbClr val="FFFFFF"/>
                </a:solidFill>
                <a:latin typeface="Georgia"/>
                <a:ea typeface="Georgia"/>
                <a:cs typeface="Georgia"/>
              </a:defRPr>
            </a:pPr>
            <a:r>
              <a:rPr sz="2700" b="0" i="0">
                <a:solidFill>
                  <a:srgbClr val="FFFFFF"/>
                </a:solidFill>
                <a:latin typeface="Georgia"/>
                <a:ea typeface="Georgia"/>
                <a:cs typeface="Georgia"/>
              </a:rPr>
              <a:t>Francia</a:t>
            </a:r>
          </a:p>
        </p:txBody>
      </p:sp>
      <p:sp>
        <p:nvSpPr>
          <p:cNvPr id="14" name="">
            <a:extLst xmlns:a="http://schemas.openxmlformats.org/drawingml/2006/main">
              <a:ext uri="{FF2B5EF4-FFF2-40B4-BE49-F238E27FC236}">
                <a16:creationId xmlns:a16="http://schemas.microsoft.com/office/drawing/2014/main" id="{7D556591-96CB-4BDD-8068-E32BCE71F95A}"/>
              </a:ext>
            </a:extLst>
          </p:cNvPr>
          <p:cNvSpPr>
            <a:spLocks xmlns:a="http://schemas.openxmlformats.org/drawingml/2006/main" noGrp="1"/>
          </p:cNvSpPr>
          <p:nvPr/>
        </p:nvSpPr>
        <p:spPr>
          <a:xfrm xmlns:a="http://schemas.openxmlformats.org/drawingml/2006/main">
            <a:off x="5934075" y="50482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CFC0BF"/>
                </a:solidFill>
                <a:latin typeface="Arial"/>
                <a:ea typeface="Arial"/>
                <a:cs typeface="Arial"/>
              </a:defRPr>
            </a:defPPr>
            <a:lvl1pPr algn="l">
              <a:defRPr sz="1050" b="0" i="0">
                <a:solidFill>
                  <a:srgbClr val="CFC0BF"/>
                </a:solidFill>
                <a:latin typeface="Arial"/>
                <a:ea typeface="Arial"/>
                <a:cs typeface="Arial"/>
              </a:defRPr>
            </a:lvl1pPr>
            <a:lvl2pPr algn="l">
              <a:defRPr sz="1050" b="0" i="0">
                <a:solidFill>
                  <a:srgbClr val="CFC0BF"/>
                </a:solidFill>
                <a:latin typeface="Arial"/>
                <a:ea typeface="Arial"/>
                <a:cs typeface="Arial"/>
              </a:defRPr>
            </a:lvl2pPr>
            <a:lvl3pPr algn="l">
              <a:defRPr sz="1050" b="0" i="0">
                <a:solidFill>
                  <a:srgbClr val="CFC0BF"/>
                </a:solidFill>
                <a:latin typeface="Arial"/>
                <a:ea typeface="Arial"/>
                <a:cs typeface="Arial"/>
              </a:defRPr>
            </a:lvl3pPr>
            <a:lvl4pPr algn="l">
              <a:defRPr sz="1050" b="0" i="0">
                <a:solidFill>
                  <a:srgbClr val="CFC0BF"/>
                </a:solidFill>
                <a:latin typeface="Arial"/>
                <a:ea typeface="Arial"/>
                <a:cs typeface="Arial"/>
              </a:defRPr>
            </a:lvl4pPr>
            <a:lvl5pPr algn="l">
              <a:defRPr sz="1050" b="0" i="0">
                <a:solidFill>
                  <a:srgbClr val="CFC0BF"/>
                </a:solidFill>
                <a:latin typeface="Arial"/>
                <a:ea typeface="Arial"/>
                <a:cs typeface="Arial"/>
              </a:defRPr>
            </a:lvl5pPr>
            <a:lvl6pPr algn="l">
              <a:defRPr sz="1050" b="0" i="0">
                <a:solidFill>
                  <a:srgbClr val="CFC0BF"/>
                </a:solidFill>
                <a:latin typeface="Arial"/>
                <a:ea typeface="Arial"/>
                <a:cs typeface="Arial"/>
              </a:defRPr>
            </a:lvl6pPr>
            <a:lvl7pPr algn="l">
              <a:defRPr sz="1050" b="0" i="0">
                <a:solidFill>
                  <a:srgbClr val="CFC0BF"/>
                </a:solidFill>
                <a:latin typeface="Arial"/>
                <a:ea typeface="Arial"/>
                <a:cs typeface="Arial"/>
              </a:defRPr>
            </a:lvl7pPr>
            <a:lvl8pPr algn="l">
              <a:defRPr sz="1050" b="0" i="0">
                <a:solidFill>
                  <a:srgbClr val="CFC0BF"/>
                </a:solidFill>
                <a:latin typeface="Arial"/>
                <a:ea typeface="Arial"/>
                <a:cs typeface="Arial"/>
              </a:defRPr>
            </a:lvl8pPr>
            <a:lvl9pPr algn="l">
              <a:defRPr sz="1050" b="0" i="0">
                <a:solidFill>
                  <a:srgbClr val="CFC0BF"/>
                </a:solidFill>
                <a:latin typeface="Arial"/>
                <a:ea typeface="Arial"/>
                <a:cs typeface="Arial"/>
              </a:defRPr>
            </a:lvl9pPr>
          </a:lstStyle>
          <a:p xmlns:a="http://schemas.openxmlformats.org/drawingml/2006/main">
            <a:pPr algn="l">
              <a:lnSpc>
                <a:spcPct val="102000"/>
              </a:lnSpc>
              <a:buNone/>
              <a:defRPr sz="1050" b="0" i="0">
                <a:solidFill>
                  <a:srgbClr val="CFC0BF"/>
                </a:solidFill>
                <a:latin typeface="Arial"/>
                <a:ea typeface="Arial"/>
                <a:cs typeface="Arial"/>
              </a:defRPr>
            </a:pPr>
            <a:r>
              <a:rPr sz="1050" b="0" i="0">
                <a:solidFill>
                  <a:srgbClr val="CFC0BF"/>
                </a:solidFill>
                <a:latin typeface="Arial"/>
                <a:ea typeface="Arial"/>
                <a:cs typeface="Arial"/>
              </a:rPr>
              <a:t>Actividad actual</a:t>
            </a:r>
          </a:p>
        </p:txBody>
      </p:sp>
      <p:sp>
        <p:nvSpPr>
          <p:cNvPr id="15" name="">
            <a:extLst xmlns:a="http://schemas.openxmlformats.org/drawingml/2006/main">
              <a:ext uri="{FF2B5EF4-FFF2-40B4-BE49-F238E27FC236}">
                <a16:creationId xmlns:a16="http://schemas.microsoft.com/office/drawing/2014/main" id="{886D898C-7139-4EBA-8BD7-75C87CB5D30D}"/>
              </a:ext>
            </a:extLst>
          </p:cNvPr>
          <p:cNvSpPr>
            <a:spLocks xmlns:a="http://schemas.openxmlformats.org/drawingml/2006/main" noGrp="1"/>
          </p:cNvSpPr>
          <p:nvPr/>
        </p:nvSpPr>
        <p:spPr>
          <a:xfrm xmlns:a="http://schemas.openxmlformats.org/drawingml/2006/main">
            <a:off x="8429625" y="4276725"/>
            <a:ext cx="161925" cy="161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1B893FE-C07C-4079-8ADA-8446BBC64CAC}"/>
              </a:ext>
            </a:extLst>
          </p:cNvPr>
          <p:cNvSpPr>
            <a:spLocks xmlns:a="http://schemas.openxmlformats.org/drawingml/2006/main" noGrp="1"/>
          </p:cNvSpPr>
          <p:nvPr/>
        </p:nvSpPr>
        <p:spPr>
          <a:xfrm xmlns:a="http://schemas.openxmlformats.org/drawingml/2006/main">
            <a:off x="8334375" y="46005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FFFFFF"/>
                </a:solidFill>
                <a:latin typeface="Georgia"/>
                <a:ea typeface="Georgia"/>
                <a:cs typeface="Georgia"/>
              </a:defRPr>
            </a:defPPr>
            <a:lvl1pPr algn="l">
              <a:defRPr sz="2700" b="0" i="0">
                <a:solidFill>
                  <a:srgbClr val="FFFFFF"/>
                </a:solidFill>
                <a:latin typeface="Georgia"/>
                <a:ea typeface="Georgia"/>
                <a:cs typeface="Georgia"/>
              </a:defRPr>
            </a:lvl1pPr>
            <a:lvl2pPr algn="l">
              <a:defRPr sz="2700" b="0" i="0">
                <a:solidFill>
                  <a:srgbClr val="FFFFFF"/>
                </a:solidFill>
                <a:latin typeface="Georgia"/>
                <a:ea typeface="Georgia"/>
                <a:cs typeface="Georgia"/>
              </a:defRPr>
            </a:lvl2pPr>
            <a:lvl3pPr algn="l">
              <a:defRPr sz="2700" b="0" i="0">
                <a:solidFill>
                  <a:srgbClr val="FFFFFF"/>
                </a:solidFill>
                <a:latin typeface="Georgia"/>
                <a:ea typeface="Georgia"/>
                <a:cs typeface="Georgia"/>
              </a:defRPr>
            </a:lvl3pPr>
            <a:lvl4pPr algn="l">
              <a:defRPr sz="2700" b="0" i="0">
                <a:solidFill>
                  <a:srgbClr val="FFFFFF"/>
                </a:solidFill>
                <a:latin typeface="Georgia"/>
                <a:ea typeface="Georgia"/>
                <a:cs typeface="Georgia"/>
              </a:defRPr>
            </a:lvl4pPr>
            <a:lvl5pPr algn="l">
              <a:defRPr sz="2700" b="0" i="0">
                <a:solidFill>
                  <a:srgbClr val="FFFFFF"/>
                </a:solidFill>
                <a:latin typeface="Georgia"/>
                <a:ea typeface="Georgia"/>
                <a:cs typeface="Georgia"/>
              </a:defRPr>
            </a:lvl5pPr>
            <a:lvl6pPr algn="l">
              <a:defRPr sz="2700" b="0" i="0">
                <a:solidFill>
                  <a:srgbClr val="FFFFFF"/>
                </a:solidFill>
                <a:latin typeface="Georgia"/>
                <a:ea typeface="Georgia"/>
                <a:cs typeface="Georgia"/>
              </a:defRPr>
            </a:lvl6pPr>
            <a:lvl7pPr algn="l">
              <a:defRPr sz="2700" b="0" i="0">
                <a:solidFill>
                  <a:srgbClr val="FFFFFF"/>
                </a:solidFill>
                <a:latin typeface="Georgia"/>
                <a:ea typeface="Georgia"/>
                <a:cs typeface="Georgia"/>
              </a:defRPr>
            </a:lvl7pPr>
            <a:lvl8pPr algn="l">
              <a:defRPr sz="2700" b="0" i="0">
                <a:solidFill>
                  <a:srgbClr val="FFFFFF"/>
                </a:solidFill>
                <a:latin typeface="Georgia"/>
                <a:ea typeface="Georgia"/>
                <a:cs typeface="Georgia"/>
              </a:defRPr>
            </a:lvl8pPr>
            <a:lvl9pPr algn="l">
              <a:defRPr sz="2700" b="0" i="0">
                <a:solidFill>
                  <a:srgbClr val="FFFFFF"/>
                </a:solidFill>
                <a:latin typeface="Georgia"/>
                <a:ea typeface="Georgia"/>
                <a:cs typeface="Georgia"/>
              </a:defRPr>
            </a:lvl9pPr>
          </a:lstStyle>
          <a:p xmlns:a="http://schemas.openxmlformats.org/drawingml/2006/main">
            <a:pPr algn="l">
              <a:lnSpc>
                <a:spcPct val="102000"/>
              </a:lnSpc>
              <a:buNone/>
              <a:defRPr sz="2700" b="0" i="0">
                <a:solidFill>
                  <a:srgbClr val="FFFFFF"/>
                </a:solidFill>
                <a:latin typeface="Georgia"/>
                <a:ea typeface="Georgia"/>
                <a:cs typeface="Georgia"/>
              </a:defRPr>
            </a:pPr>
            <a:r>
              <a:rPr sz="2700" b="0" i="0">
                <a:solidFill>
                  <a:srgbClr val="FFFFFF"/>
                </a:solidFill>
                <a:latin typeface="Georgia"/>
                <a:ea typeface="Georgia"/>
                <a:cs typeface="Georgia"/>
              </a:rPr>
              <a:t>Alemania</a:t>
            </a:r>
          </a:p>
        </p:txBody>
      </p:sp>
      <p:sp>
        <p:nvSpPr>
          <p:cNvPr id="17" name="">
            <a:extLst xmlns:a="http://schemas.openxmlformats.org/drawingml/2006/main">
              <a:ext uri="{FF2B5EF4-FFF2-40B4-BE49-F238E27FC236}">
                <a16:creationId xmlns:a16="http://schemas.microsoft.com/office/drawing/2014/main" id="{DB3302D1-CFE9-46E1-8A34-BC8513201CEB}"/>
              </a:ext>
            </a:extLst>
          </p:cNvPr>
          <p:cNvSpPr>
            <a:spLocks xmlns:a="http://schemas.openxmlformats.org/drawingml/2006/main" noGrp="1"/>
          </p:cNvSpPr>
          <p:nvPr/>
        </p:nvSpPr>
        <p:spPr>
          <a:xfrm xmlns:a="http://schemas.openxmlformats.org/drawingml/2006/main">
            <a:off x="8334375" y="50482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CFC0BF"/>
                </a:solidFill>
                <a:latin typeface="Arial"/>
                <a:ea typeface="Arial"/>
                <a:cs typeface="Arial"/>
              </a:defRPr>
            </a:defPPr>
            <a:lvl1pPr algn="l">
              <a:defRPr sz="1050" b="0" i="0">
                <a:solidFill>
                  <a:srgbClr val="CFC0BF"/>
                </a:solidFill>
                <a:latin typeface="Arial"/>
                <a:ea typeface="Arial"/>
                <a:cs typeface="Arial"/>
              </a:defRPr>
            </a:lvl1pPr>
            <a:lvl2pPr algn="l">
              <a:defRPr sz="1050" b="0" i="0">
                <a:solidFill>
                  <a:srgbClr val="CFC0BF"/>
                </a:solidFill>
                <a:latin typeface="Arial"/>
                <a:ea typeface="Arial"/>
                <a:cs typeface="Arial"/>
              </a:defRPr>
            </a:lvl2pPr>
            <a:lvl3pPr algn="l">
              <a:defRPr sz="1050" b="0" i="0">
                <a:solidFill>
                  <a:srgbClr val="CFC0BF"/>
                </a:solidFill>
                <a:latin typeface="Arial"/>
                <a:ea typeface="Arial"/>
                <a:cs typeface="Arial"/>
              </a:defRPr>
            </a:lvl3pPr>
            <a:lvl4pPr algn="l">
              <a:defRPr sz="1050" b="0" i="0">
                <a:solidFill>
                  <a:srgbClr val="CFC0BF"/>
                </a:solidFill>
                <a:latin typeface="Arial"/>
                <a:ea typeface="Arial"/>
                <a:cs typeface="Arial"/>
              </a:defRPr>
            </a:lvl4pPr>
            <a:lvl5pPr algn="l">
              <a:defRPr sz="1050" b="0" i="0">
                <a:solidFill>
                  <a:srgbClr val="CFC0BF"/>
                </a:solidFill>
                <a:latin typeface="Arial"/>
                <a:ea typeface="Arial"/>
                <a:cs typeface="Arial"/>
              </a:defRPr>
            </a:lvl5pPr>
            <a:lvl6pPr algn="l">
              <a:defRPr sz="1050" b="0" i="0">
                <a:solidFill>
                  <a:srgbClr val="CFC0BF"/>
                </a:solidFill>
                <a:latin typeface="Arial"/>
                <a:ea typeface="Arial"/>
                <a:cs typeface="Arial"/>
              </a:defRPr>
            </a:lvl6pPr>
            <a:lvl7pPr algn="l">
              <a:defRPr sz="1050" b="0" i="0">
                <a:solidFill>
                  <a:srgbClr val="CFC0BF"/>
                </a:solidFill>
                <a:latin typeface="Arial"/>
                <a:ea typeface="Arial"/>
                <a:cs typeface="Arial"/>
              </a:defRPr>
            </a:lvl7pPr>
            <a:lvl8pPr algn="l">
              <a:defRPr sz="1050" b="0" i="0">
                <a:solidFill>
                  <a:srgbClr val="CFC0BF"/>
                </a:solidFill>
                <a:latin typeface="Arial"/>
                <a:ea typeface="Arial"/>
                <a:cs typeface="Arial"/>
              </a:defRPr>
            </a:lvl8pPr>
            <a:lvl9pPr algn="l">
              <a:defRPr sz="1050" b="0" i="0">
                <a:solidFill>
                  <a:srgbClr val="CFC0BF"/>
                </a:solidFill>
                <a:latin typeface="Arial"/>
                <a:ea typeface="Arial"/>
                <a:cs typeface="Arial"/>
              </a:defRPr>
            </a:lvl9pPr>
          </a:lstStyle>
          <a:p xmlns:a="http://schemas.openxmlformats.org/drawingml/2006/main">
            <a:pPr algn="l">
              <a:lnSpc>
                <a:spcPct val="102000"/>
              </a:lnSpc>
              <a:buNone/>
              <a:defRPr sz="1050" b="0" i="0">
                <a:solidFill>
                  <a:srgbClr val="CFC0BF"/>
                </a:solidFill>
                <a:latin typeface="Arial"/>
                <a:ea typeface="Arial"/>
                <a:cs typeface="Arial"/>
              </a:defRPr>
            </a:pPr>
            <a:r>
              <a:rPr sz="1050" b="0" i="0">
                <a:solidFill>
                  <a:srgbClr val="CFC0BF"/>
                </a:solidFill>
                <a:latin typeface="Arial"/>
                <a:ea typeface="Arial"/>
                <a:cs typeface="Arial"/>
              </a:rPr>
              <a:t>Actividad actual</a:t>
            </a:r>
          </a:p>
        </p:txBody>
      </p:sp>
      <p:sp>
        <p:nvSpPr>
          <p:cNvPr id="18" name="">
            <a:extLst xmlns:a="http://schemas.openxmlformats.org/drawingml/2006/main">
              <a:ext uri="{FF2B5EF4-FFF2-40B4-BE49-F238E27FC236}">
                <a16:creationId xmlns:a16="http://schemas.microsoft.com/office/drawing/2014/main" id="{F73C8BC2-5E36-4B07-B164-FAA50E721F51}"/>
              </a:ext>
            </a:extLst>
          </p:cNvPr>
          <p:cNvSpPr>
            <a:spLocks xmlns:a="http://schemas.openxmlformats.org/drawingml/2006/main" noGrp="1"/>
          </p:cNvSpPr>
          <p:nvPr/>
        </p:nvSpPr>
        <p:spPr>
          <a:xfrm xmlns:a="http://schemas.openxmlformats.org/drawingml/2006/main">
            <a:off x="8496300" y="4371975"/>
            <a:ext cx="2000250" cy="19050"/>
          </a:xfrm>
          <a:prstGeom xmlns:a="http://schemas.openxmlformats.org/drawingml/2006/main" prst="rect">
            <a:avLst/>
          </a:prstGeom>
          <a:solidFill xmlns:a="http://schemas.openxmlformats.org/drawingml/2006/main">
            <a:srgbClr val="FF7E8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14782AA-594B-485E-A93B-C7A4338C7743}"/>
              </a:ext>
            </a:extLst>
          </p:cNvPr>
          <p:cNvSpPr>
            <a:spLocks xmlns:a="http://schemas.openxmlformats.org/drawingml/2006/main" noGrp="1"/>
          </p:cNvSpPr>
          <p:nvPr/>
        </p:nvSpPr>
        <p:spPr>
          <a:xfrm xmlns:a="http://schemas.openxmlformats.org/drawingml/2006/main">
            <a:off x="10382250" y="4295775"/>
            <a:ext cx="161925" cy="161925"/>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F78D605-52F6-4186-BD70-6CB4ED129664}"/>
              </a:ext>
            </a:extLst>
          </p:cNvPr>
          <p:cNvSpPr>
            <a:spLocks xmlns:a="http://schemas.openxmlformats.org/drawingml/2006/main" noGrp="1"/>
          </p:cNvSpPr>
          <p:nvPr/>
        </p:nvSpPr>
        <p:spPr>
          <a:xfrm xmlns:a="http://schemas.openxmlformats.org/drawingml/2006/main">
            <a:off x="9525000" y="535305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99"/>
          </a:bodyPr>
          <a:lstStyle xmlns:a="http://schemas.openxmlformats.org/drawingml/2006/main">
            <a:defPPr algn="l">
              <a:defRPr sz="2850" b="0" i="0">
                <a:solidFill>
                  <a:srgbClr val="FF8991"/>
                </a:solidFill>
                <a:latin typeface="Georgia"/>
                <a:ea typeface="Georgia"/>
                <a:cs typeface="Georgia"/>
              </a:defRPr>
            </a:defPPr>
            <a:lvl1pPr algn="l">
              <a:defRPr sz="2850" b="0" i="0">
                <a:solidFill>
                  <a:srgbClr val="FF8991"/>
                </a:solidFill>
                <a:latin typeface="Georgia"/>
                <a:ea typeface="Georgia"/>
                <a:cs typeface="Georgia"/>
              </a:defRPr>
            </a:lvl1pPr>
            <a:lvl2pPr algn="l">
              <a:defRPr sz="2850" b="0" i="0">
                <a:solidFill>
                  <a:srgbClr val="FF8991"/>
                </a:solidFill>
                <a:latin typeface="Georgia"/>
                <a:ea typeface="Georgia"/>
                <a:cs typeface="Georgia"/>
              </a:defRPr>
            </a:lvl2pPr>
            <a:lvl3pPr algn="l">
              <a:defRPr sz="2850" b="0" i="0">
                <a:solidFill>
                  <a:srgbClr val="FF8991"/>
                </a:solidFill>
                <a:latin typeface="Georgia"/>
                <a:ea typeface="Georgia"/>
                <a:cs typeface="Georgia"/>
              </a:defRPr>
            </a:lvl3pPr>
            <a:lvl4pPr algn="l">
              <a:defRPr sz="2850" b="0" i="0">
                <a:solidFill>
                  <a:srgbClr val="FF8991"/>
                </a:solidFill>
                <a:latin typeface="Georgia"/>
                <a:ea typeface="Georgia"/>
                <a:cs typeface="Georgia"/>
              </a:defRPr>
            </a:lvl4pPr>
            <a:lvl5pPr algn="l">
              <a:defRPr sz="2850" b="0" i="0">
                <a:solidFill>
                  <a:srgbClr val="FF8991"/>
                </a:solidFill>
                <a:latin typeface="Georgia"/>
                <a:ea typeface="Georgia"/>
                <a:cs typeface="Georgia"/>
              </a:defRPr>
            </a:lvl5pPr>
            <a:lvl6pPr algn="l">
              <a:defRPr sz="2850" b="0" i="0">
                <a:solidFill>
                  <a:srgbClr val="FF8991"/>
                </a:solidFill>
                <a:latin typeface="Georgia"/>
                <a:ea typeface="Georgia"/>
                <a:cs typeface="Georgia"/>
              </a:defRPr>
            </a:lvl6pPr>
            <a:lvl7pPr algn="l">
              <a:defRPr sz="2850" b="0" i="0">
                <a:solidFill>
                  <a:srgbClr val="FF8991"/>
                </a:solidFill>
                <a:latin typeface="Georgia"/>
                <a:ea typeface="Georgia"/>
                <a:cs typeface="Georgia"/>
              </a:defRPr>
            </a:lvl7pPr>
            <a:lvl8pPr algn="l">
              <a:defRPr sz="2850" b="0" i="0">
                <a:solidFill>
                  <a:srgbClr val="FF8991"/>
                </a:solidFill>
                <a:latin typeface="Georgia"/>
                <a:ea typeface="Georgia"/>
                <a:cs typeface="Georgia"/>
              </a:defRPr>
            </a:lvl8pPr>
            <a:lvl9pPr algn="l">
              <a:defRPr sz="2850" b="0" i="0">
                <a:solidFill>
                  <a:srgbClr val="FF8991"/>
                </a:solidFill>
                <a:latin typeface="Georgia"/>
                <a:ea typeface="Georgia"/>
                <a:cs typeface="Georgia"/>
              </a:defRPr>
            </a:lvl9pPr>
          </a:lstStyle>
          <a:p xmlns:a="http://schemas.openxmlformats.org/drawingml/2006/main">
            <a:pPr algn="l">
              <a:lnSpc>
                <a:spcPct val="102000"/>
              </a:lnSpc>
              <a:buNone/>
              <a:defRPr sz="2850" b="0" i="0">
                <a:solidFill>
                  <a:srgbClr val="FF8991"/>
                </a:solidFill>
                <a:latin typeface="Georgia"/>
                <a:ea typeface="Georgia"/>
                <a:cs typeface="Georgia"/>
              </a:defRPr>
            </a:pPr>
            <a:r>
              <a:rPr sz="2850" b="0" i="0">
                <a:solidFill>
                  <a:srgbClr val="FF8991"/>
                </a:solidFill>
                <a:latin typeface="Georgia"/>
                <a:ea typeface="Georgia"/>
                <a:cs typeface="Georgia"/>
              </a:rPr>
              <a:t>Italia</a:t>
            </a:r>
          </a:p>
        </p:txBody>
      </p:sp>
      <p:sp>
        <p:nvSpPr>
          <p:cNvPr id="21" name="">
            <a:extLst xmlns:a="http://schemas.openxmlformats.org/drawingml/2006/main">
              <a:ext uri="{FF2B5EF4-FFF2-40B4-BE49-F238E27FC236}">
                <a16:creationId xmlns:a16="http://schemas.microsoft.com/office/drawing/2014/main" id="{EB2639AB-1D70-4D86-B1B2-F9825D6E4AAD}"/>
              </a:ext>
            </a:extLst>
          </p:cNvPr>
          <p:cNvSpPr>
            <a:spLocks xmlns:a="http://schemas.openxmlformats.org/drawingml/2006/main" noGrp="1"/>
          </p:cNvSpPr>
          <p:nvPr/>
        </p:nvSpPr>
        <p:spPr>
          <a:xfrm xmlns:a="http://schemas.openxmlformats.org/drawingml/2006/main">
            <a:off x="9525000" y="57912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FFC0C4"/>
                </a:solidFill>
                <a:latin typeface="Arial"/>
                <a:ea typeface="Arial"/>
                <a:cs typeface="Arial"/>
              </a:defRPr>
            </a:defPPr>
            <a:lvl1pPr algn="l">
              <a:defRPr sz="1050" b="0" i="0">
                <a:solidFill>
                  <a:srgbClr val="FFC0C4"/>
                </a:solidFill>
                <a:latin typeface="Arial"/>
                <a:ea typeface="Arial"/>
                <a:cs typeface="Arial"/>
              </a:defRPr>
            </a:lvl1pPr>
            <a:lvl2pPr algn="l">
              <a:defRPr sz="1050" b="0" i="0">
                <a:solidFill>
                  <a:srgbClr val="FFC0C4"/>
                </a:solidFill>
                <a:latin typeface="Arial"/>
                <a:ea typeface="Arial"/>
                <a:cs typeface="Arial"/>
              </a:defRPr>
            </a:lvl2pPr>
            <a:lvl3pPr algn="l">
              <a:defRPr sz="1050" b="0" i="0">
                <a:solidFill>
                  <a:srgbClr val="FFC0C4"/>
                </a:solidFill>
                <a:latin typeface="Arial"/>
                <a:ea typeface="Arial"/>
                <a:cs typeface="Arial"/>
              </a:defRPr>
            </a:lvl3pPr>
            <a:lvl4pPr algn="l">
              <a:defRPr sz="1050" b="0" i="0">
                <a:solidFill>
                  <a:srgbClr val="FFC0C4"/>
                </a:solidFill>
                <a:latin typeface="Arial"/>
                <a:ea typeface="Arial"/>
                <a:cs typeface="Arial"/>
              </a:defRPr>
            </a:lvl4pPr>
            <a:lvl5pPr algn="l">
              <a:defRPr sz="1050" b="0" i="0">
                <a:solidFill>
                  <a:srgbClr val="FFC0C4"/>
                </a:solidFill>
                <a:latin typeface="Arial"/>
                <a:ea typeface="Arial"/>
                <a:cs typeface="Arial"/>
              </a:defRPr>
            </a:lvl5pPr>
            <a:lvl6pPr algn="l">
              <a:defRPr sz="1050" b="0" i="0">
                <a:solidFill>
                  <a:srgbClr val="FFC0C4"/>
                </a:solidFill>
                <a:latin typeface="Arial"/>
                <a:ea typeface="Arial"/>
                <a:cs typeface="Arial"/>
              </a:defRPr>
            </a:lvl6pPr>
            <a:lvl7pPr algn="l">
              <a:defRPr sz="1050" b="0" i="0">
                <a:solidFill>
                  <a:srgbClr val="FFC0C4"/>
                </a:solidFill>
                <a:latin typeface="Arial"/>
                <a:ea typeface="Arial"/>
                <a:cs typeface="Arial"/>
              </a:defRPr>
            </a:lvl7pPr>
            <a:lvl8pPr algn="l">
              <a:defRPr sz="1050" b="0" i="0">
                <a:solidFill>
                  <a:srgbClr val="FFC0C4"/>
                </a:solidFill>
                <a:latin typeface="Arial"/>
                <a:ea typeface="Arial"/>
                <a:cs typeface="Arial"/>
              </a:defRPr>
            </a:lvl8pPr>
            <a:lvl9pPr algn="l">
              <a:defRPr sz="1050" b="0" i="0">
                <a:solidFill>
                  <a:srgbClr val="FFC0C4"/>
                </a:solidFill>
                <a:latin typeface="Arial"/>
                <a:ea typeface="Arial"/>
                <a:cs typeface="Arial"/>
              </a:defRPr>
            </a:lvl9pPr>
          </a:lstStyle>
          <a:p xmlns:a="http://schemas.openxmlformats.org/drawingml/2006/main">
            <a:pPr algn="l">
              <a:lnSpc>
                <a:spcPct val="102000"/>
              </a:lnSpc>
              <a:buNone/>
              <a:defRPr sz="1050" b="0" i="0">
                <a:solidFill>
                  <a:srgbClr val="FFC0C4"/>
                </a:solidFill>
                <a:latin typeface="Arial"/>
                <a:ea typeface="Arial"/>
                <a:cs typeface="Arial"/>
              </a:defRPr>
            </a:pPr>
            <a:r>
              <a:rPr sz="1050" b="0" i="0">
                <a:solidFill>
                  <a:srgbClr val="FFC0C4"/>
                </a:solidFill>
                <a:latin typeface="Arial"/>
                <a:ea typeface="Arial"/>
                <a:cs typeface="Arial"/>
              </a:rPr>
              <a:t>Sin presencia estable</a:t>
            </a:r>
          </a:p>
        </p:txBody>
      </p:sp>
      <p:sp>
        <p:nvSpPr>
          <p:cNvPr id="22" name="">
            <a:extLst xmlns:a="http://schemas.openxmlformats.org/drawingml/2006/main">
              <a:ext uri="{FF2B5EF4-FFF2-40B4-BE49-F238E27FC236}">
                <a16:creationId xmlns:a16="http://schemas.microsoft.com/office/drawing/2014/main" id="{6ABF5A34-3971-4749-8E21-2FB0B801B924}"/>
              </a:ext>
            </a:extLst>
          </p:cNvPr>
          <p:cNvSpPr>
            <a:spLocks xmlns:a="http://schemas.openxmlformats.org/drawingml/2006/main" noGrp="1"/>
          </p:cNvSpPr>
          <p:nvPr/>
        </p:nvSpPr>
        <p:spPr>
          <a:xfrm xmlns:a="http://schemas.openxmlformats.org/drawingml/2006/main">
            <a:off x="762000" y="607695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C6B6B5"/>
                </a:solidFill>
                <a:latin typeface="Arial"/>
                <a:ea typeface="Arial"/>
                <a:cs typeface="Arial"/>
              </a:defRPr>
            </a:defPPr>
            <a:lvl1pPr algn="l">
              <a:defRPr sz="975" b="0" i="0">
                <a:solidFill>
                  <a:srgbClr val="C6B6B5"/>
                </a:solidFill>
                <a:latin typeface="Arial"/>
                <a:ea typeface="Arial"/>
                <a:cs typeface="Arial"/>
              </a:defRPr>
            </a:lvl1pPr>
            <a:lvl2pPr algn="l">
              <a:defRPr sz="975" b="0" i="0">
                <a:solidFill>
                  <a:srgbClr val="C6B6B5"/>
                </a:solidFill>
                <a:latin typeface="Arial"/>
                <a:ea typeface="Arial"/>
                <a:cs typeface="Arial"/>
              </a:defRPr>
            </a:lvl2pPr>
            <a:lvl3pPr algn="l">
              <a:defRPr sz="975" b="0" i="0">
                <a:solidFill>
                  <a:srgbClr val="C6B6B5"/>
                </a:solidFill>
                <a:latin typeface="Arial"/>
                <a:ea typeface="Arial"/>
                <a:cs typeface="Arial"/>
              </a:defRPr>
            </a:lvl3pPr>
            <a:lvl4pPr algn="l">
              <a:defRPr sz="975" b="0" i="0">
                <a:solidFill>
                  <a:srgbClr val="C6B6B5"/>
                </a:solidFill>
                <a:latin typeface="Arial"/>
                <a:ea typeface="Arial"/>
                <a:cs typeface="Arial"/>
              </a:defRPr>
            </a:lvl4pPr>
            <a:lvl5pPr algn="l">
              <a:defRPr sz="975" b="0" i="0">
                <a:solidFill>
                  <a:srgbClr val="C6B6B5"/>
                </a:solidFill>
                <a:latin typeface="Arial"/>
                <a:ea typeface="Arial"/>
                <a:cs typeface="Arial"/>
              </a:defRPr>
            </a:lvl5pPr>
            <a:lvl6pPr algn="l">
              <a:defRPr sz="975" b="0" i="0">
                <a:solidFill>
                  <a:srgbClr val="C6B6B5"/>
                </a:solidFill>
                <a:latin typeface="Arial"/>
                <a:ea typeface="Arial"/>
                <a:cs typeface="Arial"/>
              </a:defRPr>
            </a:lvl6pPr>
            <a:lvl7pPr algn="l">
              <a:defRPr sz="975" b="0" i="0">
                <a:solidFill>
                  <a:srgbClr val="C6B6B5"/>
                </a:solidFill>
                <a:latin typeface="Arial"/>
                <a:ea typeface="Arial"/>
                <a:cs typeface="Arial"/>
              </a:defRPr>
            </a:lvl7pPr>
            <a:lvl8pPr algn="l">
              <a:defRPr sz="975" b="0" i="0">
                <a:solidFill>
                  <a:srgbClr val="C6B6B5"/>
                </a:solidFill>
                <a:latin typeface="Arial"/>
                <a:ea typeface="Arial"/>
                <a:cs typeface="Arial"/>
              </a:defRPr>
            </a:lvl8pPr>
            <a:lvl9pPr algn="l">
              <a:defRPr sz="975" b="0" i="0">
                <a:solidFill>
                  <a:srgbClr val="C6B6B5"/>
                </a:solidFill>
                <a:latin typeface="Arial"/>
                <a:ea typeface="Arial"/>
                <a:cs typeface="Arial"/>
              </a:defRPr>
            </a:lvl9pPr>
          </a:lstStyle>
          <a:p xmlns:a="http://schemas.openxmlformats.org/drawingml/2006/main">
            <a:pPr algn="l">
              <a:lnSpc>
                <a:spcPct val="102000"/>
              </a:lnSpc>
              <a:buNone/>
              <a:defRPr sz="975" b="0" i="0">
                <a:solidFill>
                  <a:srgbClr val="C6B6B5"/>
                </a:solidFill>
                <a:latin typeface="Arial"/>
                <a:ea typeface="Arial"/>
                <a:cs typeface="Arial"/>
              </a:defRPr>
            </a:pPr>
            <a:r>
              <a:rPr sz="975" b="0" i="0">
                <a:solidFill>
                  <a:srgbClr val="C6B6B5"/>
                </a:solidFill>
                <a:latin typeface="Arial"/>
                <a:ea typeface="Arial"/>
                <a:cs typeface="Arial"/>
              </a:rPr>
              <a:t>Italia: operaciones anteriores a petición de clientes. El esquema no representa rutas concretas.</a:t>
            </a:r>
          </a:p>
        </p:txBody>
      </p:sp>
      <p:sp>
        <p:nvSpPr>
          <p:cNvPr id="23" name="">
            <a:extLst xmlns:a="http://schemas.openxmlformats.org/drawingml/2006/main">
              <a:ext uri="{FF2B5EF4-FFF2-40B4-BE49-F238E27FC236}">
                <a16:creationId xmlns:a16="http://schemas.microsoft.com/office/drawing/2014/main" id="{4B126458-04E8-4FC1-9AC5-2BE04DA64ACA}"/>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FFFFFF">
              <a:alpha val="35000"/>
            </a:srgbClr>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5123740-C978-48AC-BE77-6958594D625A}"/>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0CDCD"/>
                </a:solidFill>
                <a:latin typeface="Arial"/>
                <a:ea typeface="Arial"/>
                <a:cs typeface="Arial"/>
              </a:defRPr>
            </a:defPPr>
            <a:lvl1pPr algn="l">
              <a:defRPr sz="825" b="1" i="0">
                <a:solidFill>
                  <a:srgbClr val="E0CDCD"/>
                </a:solidFill>
                <a:latin typeface="Arial"/>
                <a:ea typeface="Arial"/>
                <a:cs typeface="Arial"/>
              </a:defRPr>
            </a:lvl1pPr>
            <a:lvl2pPr algn="l">
              <a:defRPr sz="825" b="1" i="0">
                <a:solidFill>
                  <a:srgbClr val="E0CDCD"/>
                </a:solidFill>
                <a:latin typeface="Arial"/>
                <a:ea typeface="Arial"/>
                <a:cs typeface="Arial"/>
              </a:defRPr>
            </a:lvl2pPr>
            <a:lvl3pPr algn="l">
              <a:defRPr sz="825" b="1" i="0">
                <a:solidFill>
                  <a:srgbClr val="E0CDCD"/>
                </a:solidFill>
                <a:latin typeface="Arial"/>
                <a:ea typeface="Arial"/>
                <a:cs typeface="Arial"/>
              </a:defRPr>
            </a:lvl3pPr>
            <a:lvl4pPr algn="l">
              <a:defRPr sz="825" b="1" i="0">
                <a:solidFill>
                  <a:srgbClr val="E0CDCD"/>
                </a:solidFill>
                <a:latin typeface="Arial"/>
                <a:ea typeface="Arial"/>
                <a:cs typeface="Arial"/>
              </a:defRPr>
            </a:lvl4pPr>
            <a:lvl5pPr algn="l">
              <a:defRPr sz="825" b="1" i="0">
                <a:solidFill>
                  <a:srgbClr val="E0CDCD"/>
                </a:solidFill>
                <a:latin typeface="Arial"/>
                <a:ea typeface="Arial"/>
                <a:cs typeface="Arial"/>
              </a:defRPr>
            </a:lvl5pPr>
            <a:lvl6pPr algn="l">
              <a:defRPr sz="825" b="1" i="0">
                <a:solidFill>
                  <a:srgbClr val="E0CDCD"/>
                </a:solidFill>
                <a:latin typeface="Arial"/>
                <a:ea typeface="Arial"/>
                <a:cs typeface="Arial"/>
              </a:defRPr>
            </a:lvl6pPr>
            <a:lvl7pPr algn="l">
              <a:defRPr sz="825" b="1" i="0">
                <a:solidFill>
                  <a:srgbClr val="E0CDCD"/>
                </a:solidFill>
                <a:latin typeface="Arial"/>
                <a:ea typeface="Arial"/>
                <a:cs typeface="Arial"/>
              </a:defRPr>
            </a:lvl7pPr>
            <a:lvl8pPr algn="l">
              <a:defRPr sz="825" b="1" i="0">
                <a:solidFill>
                  <a:srgbClr val="E0CDCD"/>
                </a:solidFill>
                <a:latin typeface="Arial"/>
                <a:ea typeface="Arial"/>
                <a:cs typeface="Arial"/>
              </a:defRPr>
            </a:lvl8pPr>
            <a:lvl9pPr algn="l">
              <a:defRPr sz="825" b="1" i="0">
                <a:solidFill>
                  <a:srgbClr val="E0CDCD"/>
                </a:solidFill>
                <a:latin typeface="Arial"/>
                <a:ea typeface="Arial"/>
                <a:cs typeface="Arial"/>
              </a:defRPr>
            </a:lvl9pPr>
          </a:lstStyle>
          <a:p xmlns:a="http://schemas.openxmlformats.org/drawingml/2006/main">
            <a:pPr algn="l">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05 / QUÉ BUSCAMOS</a:t>
            </a:r>
          </a:p>
        </p:txBody>
      </p:sp>
      <p:sp>
        <p:nvSpPr>
          <p:cNvPr id="25" name="">
            <a:extLst xmlns:a="http://schemas.openxmlformats.org/drawingml/2006/main">
              <a:ext uri="{FF2B5EF4-FFF2-40B4-BE49-F238E27FC236}">
                <a16:creationId xmlns:a16="http://schemas.microsoft.com/office/drawing/2014/main" id="{59403BF0-644A-457B-A077-800901C3511B}"/>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E0CDCD"/>
                </a:solidFill>
                <a:latin typeface="Arial"/>
                <a:ea typeface="Arial"/>
                <a:cs typeface="Arial"/>
              </a:defRPr>
            </a:defPPr>
            <a:lvl1pPr algn="r">
              <a:defRPr sz="825" b="1" i="0">
                <a:solidFill>
                  <a:srgbClr val="E0CDCD"/>
                </a:solidFill>
                <a:latin typeface="Arial"/>
                <a:ea typeface="Arial"/>
                <a:cs typeface="Arial"/>
              </a:defRPr>
            </a:lvl1pPr>
            <a:lvl2pPr algn="r">
              <a:defRPr sz="825" b="1" i="0">
                <a:solidFill>
                  <a:srgbClr val="E0CDCD"/>
                </a:solidFill>
                <a:latin typeface="Arial"/>
                <a:ea typeface="Arial"/>
                <a:cs typeface="Arial"/>
              </a:defRPr>
            </a:lvl2pPr>
            <a:lvl3pPr algn="r">
              <a:defRPr sz="825" b="1" i="0">
                <a:solidFill>
                  <a:srgbClr val="E0CDCD"/>
                </a:solidFill>
                <a:latin typeface="Arial"/>
                <a:ea typeface="Arial"/>
                <a:cs typeface="Arial"/>
              </a:defRPr>
            </a:lvl3pPr>
            <a:lvl4pPr algn="r">
              <a:defRPr sz="825" b="1" i="0">
                <a:solidFill>
                  <a:srgbClr val="E0CDCD"/>
                </a:solidFill>
                <a:latin typeface="Arial"/>
                <a:ea typeface="Arial"/>
                <a:cs typeface="Arial"/>
              </a:defRPr>
            </a:lvl4pPr>
            <a:lvl5pPr algn="r">
              <a:defRPr sz="825" b="1" i="0">
                <a:solidFill>
                  <a:srgbClr val="E0CDCD"/>
                </a:solidFill>
                <a:latin typeface="Arial"/>
                <a:ea typeface="Arial"/>
                <a:cs typeface="Arial"/>
              </a:defRPr>
            </a:lvl5pPr>
            <a:lvl6pPr algn="r">
              <a:defRPr sz="825" b="1" i="0">
                <a:solidFill>
                  <a:srgbClr val="E0CDCD"/>
                </a:solidFill>
                <a:latin typeface="Arial"/>
                <a:ea typeface="Arial"/>
                <a:cs typeface="Arial"/>
              </a:defRPr>
            </a:lvl6pPr>
            <a:lvl7pPr algn="r">
              <a:defRPr sz="825" b="1" i="0">
                <a:solidFill>
                  <a:srgbClr val="E0CDCD"/>
                </a:solidFill>
                <a:latin typeface="Arial"/>
                <a:ea typeface="Arial"/>
                <a:cs typeface="Arial"/>
              </a:defRPr>
            </a:lvl7pPr>
            <a:lvl8pPr algn="r">
              <a:defRPr sz="825" b="1" i="0">
                <a:solidFill>
                  <a:srgbClr val="E0CDCD"/>
                </a:solidFill>
                <a:latin typeface="Arial"/>
                <a:ea typeface="Arial"/>
                <a:cs typeface="Arial"/>
              </a:defRPr>
            </a:lvl8pPr>
            <a:lvl9pPr algn="r">
              <a:defRPr sz="825" b="1" i="0">
                <a:solidFill>
                  <a:srgbClr val="E0CDCD"/>
                </a:solidFill>
                <a:latin typeface="Arial"/>
                <a:ea typeface="Arial"/>
                <a:cs typeface="Arial"/>
              </a:defRPr>
            </a:lvl9pPr>
          </a:lstStyle>
          <a:p xmlns:a="http://schemas.openxmlformats.org/drawingml/2006/main">
            <a:pPr algn="r">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13 / 16</a:t>
            </a:r>
          </a:p>
        </p:txBody>
      </p:sp>
    </p:spTree>
    <p:extLst>
      <p:ext uri="{BB962C8B-B14F-4D97-AF65-F5344CB8AC3E}">
        <p14:creationId xmlns:p14="http://schemas.microsoft.com/office/powerpoint/2010/main" val="64274159"/>
      </p:ext>
    </p:extLst>
  </p:cSld>
</p:sld>
</file>

<file path=ppt/slides/slide14.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4B82D49-1884-47EF-8D5F-766B00E4B742}"/>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A04D34-1590-450D-8D28-8D4CC65A4296}"/>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05 / QUÉ BUSCAMOS</a:t>
            </a:r>
          </a:p>
        </p:txBody>
      </p:sp>
      <p:sp>
        <p:nvSpPr>
          <p:cNvPr id="3" name="">
            <a:extLst xmlns:a="http://schemas.openxmlformats.org/drawingml/2006/main">
              <a:ext uri="{FF2B5EF4-FFF2-40B4-BE49-F238E27FC236}">
                <a16:creationId xmlns:a16="http://schemas.microsoft.com/office/drawing/2014/main" id="{725B9BFC-B912-4545-8396-04587EF21007}"/>
              </a:ext>
            </a:extLst>
          </p:cNvPr>
          <p:cNvSpPr>
            <a:spLocks xmlns:a="http://schemas.openxmlformats.org/drawingml/2006/main" noGrp="1"/>
          </p:cNvSpPr>
          <p:nvPr/>
        </p:nvSpPr>
        <p:spPr>
          <a:xfrm xmlns:a="http://schemas.openxmlformats.org/drawingml/2006/main">
            <a:off x="762000" y="1028700"/>
            <a:ext cx="10668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75" b="0" i="0">
                <a:solidFill>
                  <a:srgbClr val="211D1A"/>
                </a:solidFill>
                <a:latin typeface="Georgia"/>
                <a:ea typeface="Georgia"/>
                <a:cs typeface="Georgia"/>
              </a:defRPr>
            </a:defPPr>
            <a:lvl1pPr algn="l">
              <a:defRPr sz="4875" b="0" i="0">
                <a:solidFill>
                  <a:srgbClr val="211D1A"/>
                </a:solidFill>
                <a:latin typeface="Georgia"/>
                <a:ea typeface="Georgia"/>
                <a:cs typeface="Georgia"/>
              </a:defRPr>
            </a:lvl1pPr>
            <a:lvl2pPr algn="l">
              <a:defRPr sz="4875" b="0" i="0">
                <a:solidFill>
                  <a:srgbClr val="211D1A"/>
                </a:solidFill>
                <a:latin typeface="Georgia"/>
                <a:ea typeface="Georgia"/>
                <a:cs typeface="Georgia"/>
              </a:defRPr>
            </a:lvl2pPr>
            <a:lvl3pPr algn="l">
              <a:defRPr sz="4875" b="0" i="0">
                <a:solidFill>
                  <a:srgbClr val="211D1A"/>
                </a:solidFill>
                <a:latin typeface="Georgia"/>
                <a:ea typeface="Georgia"/>
                <a:cs typeface="Georgia"/>
              </a:defRPr>
            </a:lvl3pPr>
            <a:lvl4pPr algn="l">
              <a:defRPr sz="4875" b="0" i="0">
                <a:solidFill>
                  <a:srgbClr val="211D1A"/>
                </a:solidFill>
                <a:latin typeface="Georgia"/>
                <a:ea typeface="Georgia"/>
                <a:cs typeface="Georgia"/>
              </a:defRPr>
            </a:lvl4pPr>
            <a:lvl5pPr algn="l">
              <a:defRPr sz="4875" b="0" i="0">
                <a:solidFill>
                  <a:srgbClr val="211D1A"/>
                </a:solidFill>
                <a:latin typeface="Georgia"/>
                <a:ea typeface="Georgia"/>
                <a:cs typeface="Georgia"/>
              </a:defRPr>
            </a:lvl5pPr>
            <a:lvl6pPr algn="l">
              <a:defRPr sz="4875" b="0" i="0">
                <a:solidFill>
                  <a:srgbClr val="211D1A"/>
                </a:solidFill>
                <a:latin typeface="Georgia"/>
                <a:ea typeface="Georgia"/>
                <a:cs typeface="Georgia"/>
              </a:defRPr>
            </a:lvl6pPr>
            <a:lvl7pPr algn="l">
              <a:defRPr sz="4875" b="0" i="0">
                <a:solidFill>
                  <a:srgbClr val="211D1A"/>
                </a:solidFill>
                <a:latin typeface="Georgia"/>
                <a:ea typeface="Georgia"/>
                <a:cs typeface="Georgia"/>
              </a:defRPr>
            </a:lvl7pPr>
            <a:lvl8pPr algn="l">
              <a:defRPr sz="4875" b="0" i="0">
                <a:solidFill>
                  <a:srgbClr val="211D1A"/>
                </a:solidFill>
                <a:latin typeface="Georgia"/>
                <a:ea typeface="Georgia"/>
                <a:cs typeface="Georgia"/>
              </a:defRPr>
            </a:lvl8pPr>
            <a:lvl9pPr algn="l">
              <a:defRPr sz="4875" b="0" i="0">
                <a:solidFill>
                  <a:srgbClr val="211D1A"/>
                </a:solidFill>
                <a:latin typeface="Georgia"/>
                <a:ea typeface="Georgia"/>
                <a:cs typeface="Georgia"/>
              </a:defRPr>
            </a:lvl9pPr>
          </a:lstStyle>
          <a:p xmlns:a="http://schemas.openxmlformats.org/drawingml/2006/main">
            <a:pPr algn="l">
              <a:lnSpc>
                <a:spcPct val="98000"/>
              </a:lnSpc>
              <a:buNone/>
              <a:defRPr sz="4875" b="0" i="0">
                <a:solidFill>
                  <a:srgbClr val="211D1A"/>
                </a:solidFill>
                <a:latin typeface="Georgia"/>
                <a:ea typeface="Georgia"/>
                <a:cs typeface="Georgia"/>
              </a:defRPr>
            </a:pPr>
            <a:r>
              <a:rPr sz="4875" b="0" i="0">
                <a:solidFill>
                  <a:srgbClr val="211D1A"/>
                </a:solidFill>
                <a:latin typeface="Georgia"/>
                <a:ea typeface="Georgia"/>
                <a:cs typeface="Georgia"/>
              </a:rPr>
              <a:t>Una colaboración útil para ambos</a:t>
            </a:r>
          </a:p>
        </p:txBody>
      </p:sp>
      <p:sp>
        <p:nvSpPr>
          <p:cNvPr id="4" name="">
            <a:extLst xmlns:a="http://schemas.openxmlformats.org/drawingml/2006/main">
              <a:ext uri="{FF2B5EF4-FFF2-40B4-BE49-F238E27FC236}">
                <a16:creationId xmlns:a16="http://schemas.microsoft.com/office/drawing/2014/main" id="{E15345DE-7EB4-4D81-9F61-996B1A2F0A75}"/>
              </a:ext>
            </a:extLst>
          </p:cNvPr>
          <p:cNvSpPr>
            <a:spLocks xmlns:a="http://schemas.openxmlformats.org/drawingml/2006/main" noGrp="1"/>
          </p:cNvSpPr>
          <p:nvPr/>
        </p:nvSpPr>
        <p:spPr>
          <a:xfrm xmlns:a="http://schemas.openxmlformats.org/drawingml/2006/main">
            <a:off x="762000" y="2571750"/>
            <a:ext cx="4953000" cy="28575"/>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81DBA5-5200-4186-B447-095F9CDA6966}"/>
              </a:ext>
            </a:extLst>
          </p:cNvPr>
          <p:cNvSpPr>
            <a:spLocks xmlns:a="http://schemas.openxmlformats.org/drawingml/2006/main" noGrp="1"/>
          </p:cNvSpPr>
          <p:nvPr/>
        </p:nvSpPr>
        <p:spPr>
          <a:xfrm xmlns:a="http://schemas.openxmlformats.org/drawingml/2006/main">
            <a:off x="762000" y="274320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0" i="0">
                <a:solidFill>
                  <a:srgbClr val="CF1727"/>
                </a:solidFill>
                <a:latin typeface="Georgia"/>
                <a:ea typeface="Georgia"/>
                <a:cs typeface="Georgia"/>
              </a:defRPr>
            </a:defPPr>
            <a:lvl1pPr algn="l">
              <a:defRPr sz="3375" b="0" i="0">
                <a:solidFill>
                  <a:srgbClr val="CF1727"/>
                </a:solidFill>
                <a:latin typeface="Georgia"/>
                <a:ea typeface="Georgia"/>
                <a:cs typeface="Georgia"/>
              </a:defRPr>
            </a:lvl1pPr>
            <a:lvl2pPr algn="l">
              <a:defRPr sz="3375" b="0" i="0">
                <a:solidFill>
                  <a:srgbClr val="CF1727"/>
                </a:solidFill>
                <a:latin typeface="Georgia"/>
                <a:ea typeface="Georgia"/>
                <a:cs typeface="Georgia"/>
              </a:defRPr>
            </a:lvl2pPr>
            <a:lvl3pPr algn="l">
              <a:defRPr sz="3375" b="0" i="0">
                <a:solidFill>
                  <a:srgbClr val="CF1727"/>
                </a:solidFill>
                <a:latin typeface="Georgia"/>
                <a:ea typeface="Georgia"/>
                <a:cs typeface="Georgia"/>
              </a:defRPr>
            </a:lvl3pPr>
            <a:lvl4pPr algn="l">
              <a:defRPr sz="3375" b="0" i="0">
                <a:solidFill>
                  <a:srgbClr val="CF1727"/>
                </a:solidFill>
                <a:latin typeface="Georgia"/>
                <a:ea typeface="Georgia"/>
                <a:cs typeface="Georgia"/>
              </a:defRPr>
            </a:lvl4pPr>
            <a:lvl5pPr algn="l">
              <a:defRPr sz="3375" b="0" i="0">
                <a:solidFill>
                  <a:srgbClr val="CF1727"/>
                </a:solidFill>
                <a:latin typeface="Georgia"/>
                <a:ea typeface="Georgia"/>
                <a:cs typeface="Georgia"/>
              </a:defRPr>
            </a:lvl5pPr>
            <a:lvl6pPr algn="l">
              <a:defRPr sz="3375" b="0" i="0">
                <a:solidFill>
                  <a:srgbClr val="CF1727"/>
                </a:solidFill>
                <a:latin typeface="Georgia"/>
                <a:ea typeface="Georgia"/>
                <a:cs typeface="Georgia"/>
              </a:defRPr>
            </a:lvl6pPr>
            <a:lvl7pPr algn="l">
              <a:defRPr sz="3375" b="0" i="0">
                <a:solidFill>
                  <a:srgbClr val="CF1727"/>
                </a:solidFill>
                <a:latin typeface="Georgia"/>
                <a:ea typeface="Georgia"/>
                <a:cs typeface="Georgia"/>
              </a:defRPr>
            </a:lvl7pPr>
            <a:lvl8pPr algn="l">
              <a:defRPr sz="3375" b="0" i="0">
                <a:solidFill>
                  <a:srgbClr val="CF1727"/>
                </a:solidFill>
                <a:latin typeface="Georgia"/>
                <a:ea typeface="Georgia"/>
                <a:cs typeface="Georgia"/>
              </a:defRPr>
            </a:lvl8pPr>
            <a:lvl9pPr algn="l">
              <a:defRPr sz="3375" b="0" i="0">
                <a:solidFill>
                  <a:srgbClr val="CF1727"/>
                </a:solidFill>
                <a:latin typeface="Georgia"/>
                <a:ea typeface="Georgia"/>
                <a:cs typeface="Georgia"/>
              </a:defRPr>
            </a:lvl9pPr>
          </a:lstStyle>
          <a:p xmlns:a="http://schemas.openxmlformats.org/drawingml/2006/main">
            <a:pPr algn="l">
              <a:lnSpc>
                <a:spcPct val="102000"/>
              </a:lnSpc>
              <a:buNone/>
              <a:defRPr sz="3375" b="0" i="0">
                <a:solidFill>
                  <a:srgbClr val="CF1727"/>
                </a:solidFill>
                <a:latin typeface="Georgia"/>
                <a:ea typeface="Georgia"/>
                <a:cs typeface="Georgia"/>
              </a:defRPr>
            </a:pPr>
            <a:r>
              <a:rPr sz="3375" b="0" i="0">
                <a:solidFill>
                  <a:srgbClr val="CF1727"/>
                </a:solidFill>
                <a:latin typeface="Georgia"/>
                <a:ea typeface="Georgia"/>
                <a:cs typeface="Georgia"/>
              </a:rPr>
              <a:t>Lo que aportamos</a:t>
            </a:r>
          </a:p>
        </p:txBody>
      </p:sp>
      <p:sp>
        <p:nvSpPr>
          <p:cNvPr id="6" name="">
            <a:extLst xmlns:a="http://schemas.openxmlformats.org/drawingml/2006/main">
              <a:ext uri="{FF2B5EF4-FFF2-40B4-BE49-F238E27FC236}">
                <a16:creationId xmlns:a16="http://schemas.microsoft.com/office/drawing/2014/main" id="{302C2BC8-2E1C-44F1-8819-3E8C0869C7DC}"/>
              </a:ext>
            </a:extLst>
          </p:cNvPr>
          <p:cNvSpPr>
            <a:spLocks xmlns:a="http://schemas.openxmlformats.org/drawingml/2006/main" noGrp="1"/>
          </p:cNvSpPr>
          <p:nvPr/>
        </p:nvSpPr>
        <p:spPr>
          <a:xfrm xmlns:a="http://schemas.openxmlformats.org/drawingml/2006/main">
            <a:off x="762000" y="35433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192E1F-0D41-411C-8CD9-1E4BDDDEC0A3}"/>
              </a:ext>
            </a:extLst>
          </p:cNvPr>
          <p:cNvSpPr>
            <a:spLocks xmlns:a="http://schemas.openxmlformats.org/drawingml/2006/main" noGrp="1"/>
          </p:cNvSpPr>
          <p:nvPr/>
        </p:nvSpPr>
        <p:spPr>
          <a:xfrm xmlns:a="http://schemas.openxmlformats.org/drawingml/2006/main">
            <a:off x="762000" y="36766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31608281-E042-44B7-B750-34F4C5102DB0}"/>
              </a:ext>
            </a:extLst>
          </p:cNvPr>
          <p:cNvSpPr>
            <a:spLocks xmlns:a="http://schemas.openxmlformats.org/drawingml/2006/main" noGrp="1"/>
          </p:cNvSpPr>
          <p:nvPr/>
        </p:nvSpPr>
        <p:spPr>
          <a:xfrm xmlns:a="http://schemas.openxmlformats.org/drawingml/2006/main">
            <a:off x="1276350" y="361950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Transporte, almacenaje y distribución en España con medios propios.</a:t>
            </a:r>
          </a:p>
        </p:txBody>
      </p:sp>
      <p:sp>
        <p:nvSpPr>
          <p:cNvPr id="9" name="">
            <a:extLst xmlns:a="http://schemas.openxmlformats.org/drawingml/2006/main">
              <a:ext uri="{FF2B5EF4-FFF2-40B4-BE49-F238E27FC236}">
                <a16:creationId xmlns:a16="http://schemas.microsoft.com/office/drawing/2014/main" id="{164B442E-26CC-4F70-A857-6E55B050226B}"/>
              </a:ext>
            </a:extLst>
          </p:cNvPr>
          <p:cNvSpPr>
            <a:spLocks xmlns:a="http://schemas.openxmlformats.org/drawingml/2006/main" noGrp="1"/>
          </p:cNvSpPr>
          <p:nvPr/>
        </p:nvSpPr>
        <p:spPr>
          <a:xfrm xmlns:a="http://schemas.openxmlformats.org/drawingml/2006/main">
            <a:off x="762000" y="41719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D8A7CA2-BB48-4D28-BADC-0E8D0692A6D8}"/>
              </a:ext>
            </a:extLst>
          </p:cNvPr>
          <p:cNvSpPr>
            <a:spLocks xmlns:a="http://schemas.openxmlformats.org/drawingml/2006/main" noGrp="1"/>
          </p:cNvSpPr>
          <p:nvPr/>
        </p:nvSpPr>
        <p:spPr>
          <a:xfrm xmlns:a="http://schemas.openxmlformats.org/drawingml/2006/main">
            <a:off x="762000" y="43053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B01B2109-0F95-4E15-9B37-5F553391A2E3}"/>
              </a:ext>
            </a:extLst>
          </p:cNvPr>
          <p:cNvSpPr>
            <a:spLocks xmlns:a="http://schemas.openxmlformats.org/drawingml/2006/main" noGrp="1"/>
          </p:cNvSpPr>
          <p:nvPr/>
        </p:nvSpPr>
        <p:spPr>
          <a:xfrm xmlns:a="http://schemas.openxmlformats.org/drawingml/2006/main">
            <a:off x="1276350" y="42481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Operaciones junto al Puerto de Valencia y distribución en 24–48 horas según servicio.</a:t>
            </a:r>
          </a:p>
        </p:txBody>
      </p:sp>
      <p:sp>
        <p:nvSpPr>
          <p:cNvPr id="12" name="">
            <a:extLst xmlns:a="http://schemas.openxmlformats.org/drawingml/2006/main">
              <a:ext uri="{FF2B5EF4-FFF2-40B4-BE49-F238E27FC236}">
                <a16:creationId xmlns:a16="http://schemas.microsoft.com/office/drawing/2014/main" id="{FBBF15F1-FF1E-4166-AFD7-46836E260D72}"/>
              </a:ext>
            </a:extLst>
          </p:cNvPr>
          <p:cNvSpPr>
            <a:spLocks xmlns:a="http://schemas.openxmlformats.org/drawingml/2006/main" noGrp="1"/>
          </p:cNvSpPr>
          <p:nvPr/>
        </p:nvSpPr>
        <p:spPr>
          <a:xfrm xmlns:a="http://schemas.openxmlformats.org/drawingml/2006/main">
            <a:off x="762000" y="48006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FB1ACDC-BFFA-462F-84D0-DE8BE4990B7A}"/>
              </a:ext>
            </a:extLst>
          </p:cNvPr>
          <p:cNvSpPr>
            <a:spLocks xmlns:a="http://schemas.openxmlformats.org/drawingml/2006/main" noGrp="1"/>
          </p:cNvSpPr>
          <p:nvPr/>
        </p:nvSpPr>
        <p:spPr>
          <a:xfrm xmlns:a="http://schemas.openxmlformats.org/drawingml/2006/main">
            <a:off x="762000" y="49339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080795D2-E853-4E8B-90C7-8899E468F9E0}"/>
              </a:ext>
            </a:extLst>
          </p:cNvPr>
          <p:cNvSpPr>
            <a:spLocks xmlns:a="http://schemas.openxmlformats.org/drawingml/2006/main" noGrp="1"/>
          </p:cNvSpPr>
          <p:nvPr/>
        </p:nvSpPr>
        <p:spPr>
          <a:xfrm xmlns:a="http://schemas.openxmlformats.org/drawingml/2006/main">
            <a:off x="1276350" y="487680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Especialidades para granel, acero, ADR, carburantes y cargas especiales.</a:t>
            </a:r>
          </a:p>
        </p:txBody>
      </p:sp>
      <p:sp>
        <p:nvSpPr>
          <p:cNvPr id="15" name="">
            <a:extLst xmlns:a="http://schemas.openxmlformats.org/drawingml/2006/main">
              <a:ext uri="{FF2B5EF4-FFF2-40B4-BE49-F238E27FC236}">
                <a16:creationId xmlns:a16="http://schemas.microsoft.com/office/drawing/2014/main" id="{986F9A9A-2F68-4354-917B-F30F84A75EA8}"/>
              </a:ext>
            </a:extLst>
          </p:cNvPr>
          <p:cNvSpPr>
            <a:spLocks xmlns:a="http://schemas.openxmlformats.org/drawingml/2006/main" noGrp="1"/>
          </p:cNvSpPr>
          <p:nvPr/>
        </p:nvSpPr>
        <p:spPr>
          <a:xfrm xmlns:a="http://schemas.openxmlformats.org/drawingml/2006/main">
            <a:off x="762000" y="54292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5A538C4-C322-47A7-BD54-DF1B9F4C26FF}"/>
              </a:ext>
            </a:extLst>
          </p:cNvPr>
          <p:cNvSpPr>
            <a:spLocks xmlns:a="http://schemas.openxmlformats.org/drawingml/2006/main" noGrp="1"/>
          </p:cNvSpPr>
          <p:nvPr/>
        </p:nvSpPr>
        <p:spPr>
          <a:xfrm xmlns:a="http://schemas.openxmlformats.org/drawingml/2006/main">
            <a:off x="762000" y="5562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D09325A1-86DD-4B30-9CEB-79293304CF10}"/>
              </a:ext>
            </a:extLst>
          </p:cNvPr>
          <p:cNvSpPr>
            <a:spLocks xmlns:a="http://schemas.openxmlformats.org/drawingml/2006/main" noGrp="1"/>
          </p:cNvSpPr>
          <p:nvPr/>
        </p:nvSpPr>
        <p:spPr>
          <a:xfrm xmlns:a="http://schemas.openxmlformats.org/drawingml/2006/main">
            <a:off x="1276350" y="55054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Equipo disponible todo el año y trazabilidad GPS.</a:t>
            </a:r>
          </a:p>
        </p:txBody>
      </p:sp>
      <p:sp>
        <p:nvSpPr>
          <p:cNvPr id="18" name="">
            <a:extLst xmlns:a="http://schemas.openxmlformats.org/drawingml/2006/main">
              <a:ext uri="{FF2B5EF4-FFF2-40B4-BE49-F238E27FC236}">
                <a16:creationId xmlns:a16="http://schemas.microsoft.com/office/drawing/2014/main" id="{9E3236CA-9AD7-44B6-8A94-6C405A333660}"/>
              </a:ext>
            </a:extLst>
          </p:cNvPr>
          <p:cNvSpPr>
            <a:spLocks xmlns:a="http://schemas.openxmlformats.org/drawingml/2006/main" noGrp="1"/>
          </p:cNvSpPr>
          <p:nvPr/>
        </p:nvSpPr>
        <p:spPr>
          <a:xfrm xmlns:a="http://schemas.openxmlformats.org/drawingml/2006/main">
            <a:off x="6238875" y="2571750"/>
            <a:ext cx="4953000" cy="28575"/>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ABD6190-132D-4550-B904-78B3E670783A}"/>
              </a:ext>
            </a:extLst>
          </p:cNvPr>
          <p:cNvSpPr>
            <a:spLocks xmlns:a="http://schemas.openxmlformats.org/drawingml/2006/main" noGrp="1"/>
          </p:cNvSpPr>
          <p:nvPr/>
        </p:nvSpPr>
        <p:spPr>
          <a:xfrm xmlns:a="http://schemas.openxmlformats.org/drawingml/2006/main">
            <a:off x="6238875" y="274320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0" i="0">
                <a:solidFill>
                  <a:srgbClr val="CF1727"/>
                </a:solidFill>
                <a:latin typeface="Georgia"/>
                <a:ea typeface="Georgia"/>
                <a:cs typeface="Georgia"/>
              </a:defRPr>
            </a:defPPr>
            <a:lvl1pPr algn="l">
              <a:defRPr sz="3375" b="0" i="0">
                <a:solidFill>
                  <a:srgbClr val="CF1727"/>
                </a:solidFill>
                <a:latin typeface="Georgia"/>
                <a:ea typeface="Georgia"/>
                <a:cs typeface="Georgia"/>
              </a:defRPr>
            </a:lvl1pPr>
            <a:lvl2pPr algn="l">
              <a:defRPr sz="3375" b="0" i="0">
                <a:solidFill>
                  <a:srgbClr val="CF1727"/>
                </a:solidFill>
                <a:latin typeface="Georgia"/>
                <a:ea typeface="Georgia"/>
                <a:cs typeface="Georgia"/>
              </a:defRPr>
            </a:lvl2pPr>
            <a:lvl3pPr algn="l">
              <a:defRPr sz="3375" b="0" i="0">
                <a:solidFill>
                  <a:srgbClr val="CF1727"/>
                </a:solidFill>
                <a:latin typeface="Georgia"/>
                <a:ea typeface="Georgia"/>
                <a:cs typeface="Georgia"/>
              </a:defRPr>
            </a:lvl3pPr>
            <a:lvl4pPr algn="l">
              <a:defRPr sz="3375" b="0" i="0">
                <a:solidFill>
                  <a:srgbClr val="CF1727"/>
                </a:solidFill>
                <a:latin typeface="Georgia"/>
                <a:ea typeface="Georgia"/>
                <a:cs typeface="Georgia"/>
              </a:defRPr>
            </a:lvl4pPr>
            <a:lvl5pPr algn="l">
              <a:defRPr sz="3375" b="0" i="0">
                <a:solidFill>
                  <a:srgbClr val="CF1727"/>
                </a:solidFill>
                <a:latin typeface="Georgia"/>
                <a:ea typeface="Georgia"/>
                <a:cs typeface="Georgia"/>
              </a:defRPr>
            </a:lvl5pPr>
            <a:lvl6pPr algn="l">
              <a:defRPr sz="3375" b="0" i="0">
                <a:solidFill>
                  <a:srgbClr val="CF1727"/>
                </a:solidFill>
                <a:latin typeface="Georgia"/>
                <a:ea typeface="Georgia"/>
                <a:cs typeface="Georgia"/>
              </a:defRPr>
            </a:lvl6pPr>
            <a:lvl7pPr algn="l">
              <a:defRPr sz="3375" b="0" i="0">
                <a:solidFill>
                  <a:srgbClr val="CF1727"/>
                </a:solidFill>
                <a:latin typeface="Georgia"/>
                <a:ea typeface="Georgia"/>
                <a:cs typeface="Georgia"/>
              </a:defRPr>
            </a:lvl7pPr>
            <a:lvl8pPr algn="l">
              <a:defRPr sz="3375" b="0" i="0">
                <a:solidFill>
                  <a:srgbClr val="CF1727"/>
                </a:solidFill>
                <a:latin typeface="Georgia"/>
                <a:ea typeface="Georgia"/>
                <a:cs typeface="Georgia"/>
              </a:defRPr>
            </a:lvl8pPr>
            <a:lvl9pPr algn="l">
              <a:defRPr sz="3375" b="0" i="0">
                <a:solidFill>
                  <a:srgbClr val="CF1727"/>
                </a:solidFill>
                <a:latin typeface="Georgia"/>
                <a:ea typeface="Georgia"/>
                <a:cs typeface="Georgia"/>
              </a:defRPr>
            </a:lvl9pPr>
          </a:lstStyle>
          <a:p xmlns:a="http://schemas.openxmlformats.org/drawingml/2006/main">
            <a:pPr algn="l">
              <a:lnSpc>
                <a:spcPct val="102000"/>
              </a:lnSpc>
              <a:buNone/>
              <a:defRPr sz="3375" b="0" i="0">
                <a:solidFill>
                  <a:srgbClr val="CF1727"/>
                </a:solidFill>
                <a:latin typeface="Georgia"/>
                <a:ea typeface="Georgia"/>
                <a:cs typeface="Georgia"/>
              </a:defRPr>
            </a:pPr>
            <a:r>
              <a:rPr sz="3375" b="0" i="0">
                <a:solidFill>
                  <a:srgbClr val="CF1727"/>
                </a:solidFill>
                <a:latin typeface="Georgia"/>
                <a:ea typeface="Georgia"/>
                <a:cs typeface="Georgia"/>
              </a:rPr>
              <a:t>Lo que buscamos</a:t>
            </a:r>
          </a:p>
        </p:txBody>
      </p:sp>
      <p:sp>
        <p:nvSpPr>
          <p:cNvPr id="20" name="">
            <a:extLst xmlns:a="http://schemas.openxmlformats.org/drawingml/2006/main">
              <a:ext uri="{FF2B5EF4-FFF2-40B4-BE49-F238E27FC236}">
                <a16:creationId xmlns:a16="http://schemas.microsoft.com/office/drawing/2014/main" id="{9E368C45-46A2-4378-A261-F111E28C8201}"/>
              </a:ext>
            </a:extLst>
          </p:cNvPr>
          <p:cNvSpPr>
            <a:spLocks xmlns:a="http://schemas.openxmlformats.org/drawingml/2006/main" noGrp="1"/>
          </p:cNvSpPr>
          <p:nvPr/>
        </p:nvSpPr>
        <p:spPr>
          <a:xfrm xmlns:a="http://schemas.openxmlformats.org/drawingml/2006/main">
            <a:off x="6238875" y="35433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B3B3741-F80C-49AE-BCBB-2E8AAFF2A0A0}"/>
              </a:ext>
            </a:extLst>
          </p:cNvPr>
          <p:cNvSpPr>
            <a:spLocks xmlns:a="http://schemas.openxmlformats.org/drawingml/2006/main" noGrp="1"/>
          </p:cNvSpPr>
          <p:nvPr/>
        </p:nvSpPr>
        <p:spPr>
          <a:xfrm xmlns:a="http://schemas.openxmlformats.org/drawingml/2006/main">
            <a:off x="6238875" y="36766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01</a:t>
            </a:r>
          </a:p>
        </p:txBody>
      </p:sp>
      <p:sp>
        <p:nvSpPr>
          <p:cNvPr id="22" name="">
            <a:extLst xmlns:a="http://schemas.openxmlformats.org/drawingml/2006/main">
              <a:ext uri="{FF2B5EF4-FFF2-40B4-BE49-F238E27FC236}">
                <a16:creationId xmlns:a16="http://schemas.microsoft.com/office/drawing/2014/main" id="{43B71548-6A94-4950-8873-E9CB46AE44C3}"/>
              </a:ext>
            </a:extLst>
          </p:cNvPr>
          <p:cNvSpPr>
            <a:spLocks xmlns:a="http://schemas.openxmlformats.org/drawingml/2006/main" noGrp="1"/>
          </p:cNvSpPr>
          <p:nvPr/>
        </p:nvSpPr>
        <p:spPr>
          <a:xfrm xmlns:a="http://schemas.openxmlformats.org/drawingml/2006/main">
            <a:off x="6753225" y="361950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Empresas de transporte y logística en Italia y otros países de la UE.</a:t>
            </a:r>
          </a:p>
        </p:txBody>
      </p:sp>
      <p:sp>
        <p:nvSpPr>
          <p:cNvPr id="23" name="">
            <a:extLst xmlns:a="http://schemas.openxmlformats.org/drawingml/2006/main">
              <a:ext uri="{FF2B5EF4-FFF2-40B4-BE49-F238E27FC236}">
                <a16:creationId xmlns:a16="http://schemas.microsoft.com/office/drawing/2014/main" id="{B03340A9-5FBD-4C09-9496-3AAD24C29F01}"/>
              </a:ext>
            </a:extLst>
          </p:cNvPr>
          <p:cNvSpPr>
            <a:spLocks xmlns:a="http://schemas.openxmlformats.org/drawingml/2006/main" noGrp="1"/>
          </p:cNvSpPr>
          <p:nvPr/>
        </p:nvSpPr>
        <p:spPr>
          <a:xfrm xmlns:a="http://schemas.openxmlformats.org/drawingml/2006/main">
            <a:off x="6238875" y="41719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A44D5A6-DCD8-4218-85EF-98D510C737D3}"/>
              </a:ext>
            </a:extLst>
          </p:cNvPr>
          <p:cNvSpPr>
            <a:spLocks xmlns:a="http://schemas.openxmlformats.org/drawingml/2006/main" noGrp="1"/>
          </p:cNvSpPr>
          <p:nvPr/>
        </p:nvSpPr>
        <p:spPr>
          <a:xfrm xmlns:a="http://schemas.openxmlformats.org/drawingml/2006/main">
            <a:off x="6238875" y="43053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a:t>
            </a:r>
          </a:p>
        </p:txBody>
      </p:sp>
      <p:sp>
        <p:nvSpPr>
          <p:cNvPr id="25" name="">
            <a:extLst xmlns:a="http://schemas.openxmlformats.org/drawingml/2006/main">
              <a:ext uri="{FF2B5EF4-FFF2-40B4-BE49-F238E27FC236}">
                <a16:creationId xmlns:a16="http://schemas.microsoft.com/office/drawing/2014/main" id="{F39708FF-9C06-4F7C-8A70-B250DA0AAF1D}"/>
              </a:ext>
            </a:extLst>
          </p:cNvPr>
          <p:cNvSpPr>
            <a:spLocks xmlns:a="http://schemas.openxmlformats.org/drawingml/2006/main" noGrp="1"/>
          </p:cNvSpPr>
          <p:nvPr/>
        </p:nvSpPr>
        <p:spPr>
          <a:xfrm xmlns:a="http://schemas.openxmlformats.org/drawingml/2006/main">
            <a:off x="6753225" y="42481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Servicios, rutas o conocimiento local que complementen los nuestros.</a:t>
            </a:r>
          </a:p>
        </p:txBody>
      </p:sp>
      <p:sp>
        <p:nvSpPr>
          <p:cNvPr id="26" name="">
            <a:extLst xmlns:a="http://schemas.openxmlformats.org/drawingml/2006/main">
              <a:ext uri="{FF2B5EF4-FFF2-40B4-BE49-F238E27FC236}">
                <a16:creationId xmlns:a16="http://schemas.microsoft.com/office/drawing/2014/main" id="{A2295CAF-067E-4916-A195-9365C7FF3BF1}"/>
              </a:ext>
            </a:extLst>
          </p:cNvPr>
          <p:cNvSpPr>
            <a:spLocks xmlns:a="http://schemas.openxmlformats.org/drawingml/2006/main" noGrp="1"/>
          </p:cNvSpPr>
          <p:nvPr/>
        </p:nvSpPr>
        <p:spPr>
          <a:xfrm xmlns:a="http://schemas.openxmlformats.org/drawingml/2006/main">
            <a:off x="6238875" y="48006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D41AE5C-D420-4C9B-A22E-F6208B7991E9}"/>
              </a:ext>
            </a:extLst>
          </p:cNvPr>
          <p:cNvSpPr>
            <a:spLocks xmlns:a="http://schemas.openxmlformats.org/drawingml/2006/main" noGrp="1"/>
          </p:cNvSpPr>
          <p:nvPr/>
        </p:nvSpPr>
        <p:spPr>
          <a:xfrm xmlns:a="http://schemas.openxmlformats.org/drawingml/2006/main">
            <a:off x="6238875" y="49339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03</a:t>
            </a:r>
          </a:p>
        </p:txBody>
      </p:sp>
      <p:sp>
        <p:nvSpPr>
          <p:cNvPr id="28" name="">
            <a:extLst xmlns:a="http://schemas.openxmlformats.org/drawingml/2006/main">
              <a:ext uri="{FF2B5EF4-FFF2-40B4-BE49-F238E27FC236}">
                <a16:creationId xmlns:a16="http://schemas.microsoft.com/office/drawing/2014/main" id="{D351B406-A6B6-492C-B03E-7DCCBA138976}"/>
              </a:ext>
            </a:extLst>
          </p:cNvPr>
          <p:cNvSpPr>
            <a:spLocks xmlns:a="http://schemas.openxmlformats.org/drawingml/2006/main" noGrp="1"/>
          </p:cNvSpPr>
          <p:nvPr/>
        </p:nvSpPr>
        <p:spPr>
          <a:xfrm xmlns:a="http://schemas.openxmlformats.org/drawingml/2006/main">
            <a:off x="6753225" y="487680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Relaciones duraderas con oportunidades de crecimiento para ambas partes.</a:t>
            </a:r>
          </a:p>
        </p:txBody>
      </p:sp>
      <p:sp>
        <p:nvSpPr>
          <p:cNvPr id="29" name="">
            <a:extLst xmlns:a="http://schemas.openxmlformats.org/drawingml/2006/main">
              <a:ext uri="{FF2B5EF4-FFF2-40B4-BE49-F238E27FC236}">
                <a16:creationId xmlns:a16="http://schemas.microsoft.com/office/drawing/2014/main" id="{8289DC7F-FD34-4F1D-A4DD-8A0DE1B4805E}"/>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B5ED8AC-1D81-4874-94CA-0D3CD829EAA8}"/>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05 / QUÉ BUSCAMOS</a:t>
            </a:r>
          </a:p>
        </p:txBody>
      </p:sp>
      <p:sp>
        <p:nvSpPr>
          <p:cNvPr id="31" name="">
            <a:extLst xmlns:a="http://schemas.openxmlformats.org/drawingml/2006/main">
              <a:ext uri="{FF2B5EF4-FFF2-40B4-BE49-F238E27FC236}">
                <a16:creationId xmlns:a16="http://schemas.microsoft.com/office/drawing/2014/main" id="{C0497584-1F62-4651-875D-CF44BDA249D7}"/>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14 / 16</a:t>
            </a:r>
          </a:p>
        </p:txBody>
      </p:sp>
    </p:spTree>
    <p:extLst>
      <p:ext uri="{BB962C8B-B14F-4D97-AF65-F5344CB8AC3E}">
        <p14:creationId xmlns:p14="http://schemas.microsoft.com/office/powerpoint/2010/main" val="537271972"/>
      </p:ext>
    </p:extLst>
  </p:cSld>
</p:sld>
</file>

<file path=ppt/slides/slide15.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38F4827-BB4E-4CA0-9B88-64AA561B33E6}"/>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86627F-1275-4F3B-B353-672532309058}"/>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ENCUENTROS B2B · PIAMONTE</a:t>
            </a:r>
          </a:p>
        </p:txBody>
      </p:sp>
      <p:sp>
        <p:nvSpPr>
          <p:cNvPr id="3" name="">
            <a:extLst xmlns:a="http://schemas.openxmlformats.org/drawingml/2006/main">
              <a:ext uri="{FF2B5EF4-FFF2-40B4-BE49-F238E27FC236}">
                <a16:creationId xmlns:a16="http://schemas.microsoft.com/office/drawing/2014/main" id="{41F2BE05-456C-4C8C-8790-D846DC21D36C}"/>
              </a:ext>
            </a:extLst>
          </p:cNvPr>
          <p:cNvSpPr>
            <a:spLocks xmlns:a="http://schemas.openxmlformats.org/drawingml/2006/main" noGrp="1"/>
          </p:cNvSpPr>
          <p:nvPr/>
        </p:nvSpPr>
        <p:spPr>
          <a:xfrm xmlns:a="http://schemas.openxmlformats.org/drawingml/2006/main">
            <a:off x="762000" y="1028700"/>
            <a:ext cx="10668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725" b="0" i="0">
                <a:solidFill>
                  <a:srgbClr val="211D1A"/>
                </a:solidFill>
                <a:latin typeface="Georgia"/>
                <a:ea typeface="Georgia"/>
                <a:cs typeface="Georgia"/>
              </a:defRPr>
            </a:defPPr>
            <a:lvl1pPr algn="l">
              <a:defRPr sz="4725" b="0" i="0">
                <a:solidFill>
                  <a:srgbClr val="211D1A"/>
                </a:solidFill>
                <a:latin typeface="Georgia"/>
                <a:ea typeface="Georgia"/>
                <a:cs typeface="Georgia"/>
              </a:defRPr>
            </a:lvl1pPr>
            <a:lvl2pPr algn="l">
              <a:defRPr sz="4725" b="0" i="0">
                <a:solidFill>
                  <a:srgbClr val="211D1A"/>
                </a:solidFill>
                <a:latin typeface="Georgia"/>
                <a:ea typeface="Georgia"/>
                <a:cs typeface="Georgia"/>
              </a:defRPr>
            </a:lvl2pPr>
            <a:lvl3pPr algn="l">
              <a:defRPr sz="4725" b="0" i="0">
                <a:solidFill>
                  <a:srgbClr val="211D1A"/>
                </a:solidFill>
                <a:latin typeface="Georgia"/>
                <a:ea typeface="Georgia"/>
                <a:cs typeface="Georgia"/>
              </a:defRPr>
            </a:lvl3pPr>
            <a:lvl4pPr algn="l">
              <a:defRPr sz="4725" b="0" i="0">
                <a:solidFill>
                  <a:srgbClr val="211D1A"/>
                </a:solidFill>
                <a:latin typeface="Georgia"/>
                <a:ea typeface="Georgia"/>
                <a:cs typeface="Georgia"/>
              </a:defRPr>
            </a:lvl4pPr>
            <a:lvl5pPr algn="l">
              <a:defRPr sz="4725" b="0" i="0">
                <a:solidFill>
                  <a:srgbClr val="211D1A"/>
                </a:solidFill>
                <a:latin typeface="Georgia"/>
                <a:ea typeface="Georgia"/>
                <a:cs typeface="Georgia"/>
              </a:defRPr>
            </a:lvl5pPr>
            <a:lvl6pPr algn="l">
              <a:defRPr sz="4725" b="0" i="0">
                <a:solidFill>
                  <a:srgbClr val="211D1A"/>
                </a:solidFill>
                <a:latin typeface="Georgia"/>
                <a:ea typeface="Georgia"/>
                <a:cs typeface="Georgia"/>
              </a:defRPr>
            </a:lvl6pPr>
            <a:lvl7pPr algn="l">
              <a:defRPr sz="4725" b="0" i="0">
                <a:solidFill>
                  <a:srgbClr val="211D1A"/>
                </a:solidFill>
                <a:latin typeface="Georgia"/>
                <a:ea typeface="Georgia"/>
                <a:cs typeface="Georgia"/>
              </a:defRPr>
            </a:lvl7pPr>
            <a:lvl8pPr algn="l">
              <a:defRPr sz="4725" b="0" i="0">
                <a:solidFill>
                  <a:srgbClr val="211D1A"/>
                </a:solidFill>
                <a:latin typeface="Georgia"/>
                <a:ea typeface="Georgia"/>
                <a:cs typeface="Georgia"/>
              </a:defRPr>
            </a:lvl8pPr>
            <a:lvl9pPr algn="l">
              <a:defRPr sz="4725" b="0" i="0">
                <a:solidFill>
                  <a:srgbClr val="211D1A"/>
                </a:solidFill>
                <a:latin typeface="Georgia"/>
                <a:ea typeface="Georgia"/>
                <a:cs typeface="Georgia"/>
              </a:defRPr>
            </a:lvl9pPr>
          </a:lstStyle>
          <a:p xmlns:a="http://schemas.openxmlformats.org/drawingml/2006/main">
            <a:pPr algn="l">
              <a:lnSpc>
                <a:spcPct val="98000"/>
              </a:lnSpc>
              <a:buNone/>
              <a:defRPr sz="4725" b="0" i="0">
                <a:solidFill>
                  <a:srgbClr val="211D1A"/>
                </a:solidFill>
                <a:latin typeface="Georgia"/>
                <a:ea typeface="Georgia"/>
                <a:cs typeface="Georgia"/>
              </a:defRPr>
            </a:pPr>
            <a:r>
              <a:rPr sz="4725" b="0" i="0">
                <a:solidFill>
                  <a:srgbClr val="211D1A"/>
                </a:solidFill>
                <a:latin typeface="Georgia"/>
                <a:ea typeface="Georgia"/>
                <a:cs typeface="Georgia"/>
              </a:rPr>
              <a:t>Una conversación para encontrar encaje</a:t>
            </a:r>
          </a:p>
        </p:txBody>
      </p:sp>
      <p:sp>
        <p:nvSpPr>
          <p:cNvPr id="4" name="">
            <a:extLst xmlns:a="http://schemas.openxmlformats.org/drawingml/2006/main">
              <a:ext uri="{FF2B5EF4-FFF2-40B4-BE49-F238E27FC236}">
                <a16:creationId xmlns:a16="http://schemas.microsoft.com/office/drawing/2014/main" id="{680BDD13-AF05-48A5-9791-E32EB7AC4604}"/>
              </a:ext>
            </a:extLst>
          </p:cNvPr>
          <p:cNvSpPr>
            <a:spLocks xmlns:a="http://schemas.openxmlformats.org/drawingml/2006/main" noGrp="1"/>
          </p:cNvSpPr>
          <p:nvPr/>
        </p:nvSpPr>
        <p:spPr>
          <a:xfrm xmlns:a="http://schemas.openxmlformats.org/drawingml/2006/main">
            <a:off x="762000" y="2200275"/>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i="0">
                <a:solidFill>
                  <a:srgbClr val="211D1A"/>
                </a:solidFill>
                <a:latin typeface="Arial"/>
                <a:ea typeface="Arial"/>
                <a:cs typeface="Arial"/>
              </a:defRPr>
            </a:defPPr>
            <a:lvl1pPr algn="l">
              <a:defRPr sz="1650" b="0" i="0">
                <a:solidFill>
                  <a:srgbClr val="211D1A"/>
                </a:solidFill>
                <a:latin typeface="Arial"/>
                <a:ea typeface="Arial"/>
                <a:cs typeface="Arial"/>
              </a:defRPr>
            </a:lvl1pPr>
            <a:lvl2pPr algn="l">
              <a:defRPr sz="1650" b="0" i="0">
                <a:solidFill>
                  <a:srgbClr val="211D1A"/>
                </a:solidFill>
                <a:latin typeface="Arial"/>
                <a:ea typeface="Arial"/>
                <a:cs typeface="Arial"/>
              </a:defRPr>
            </a:lvl2pPr>
            <a:lvl3pPr algn="l">
              <a:defRPr sz="1650" b="0" i="0">
                <a:solidFill>
                  <a:srgbClr val="211D1A"/>
                </a:solidFill>
                <a:latin typeface="Arial"/>
                <a:ea typeface="Arial"/>
                <a:cs typeface="Arial"/>
              </a:defRPr>
            </a:lvl3pPr>
            <a:lvl4pPr algn="l">
              <a:defRPr sz="1650" b="0" i="0">
                <a:solidFill>
                  <a:srgbClr val="211D1A"/>
                </a:solidFill>
                <a:latin typeface="Arial"/>
                <a:ea typeface="Arial"/>
                <a:cs typeface="Arial"/>
              </a:defRPr>
            </a:lvl4pPr>
            <a:lvl5pPr algn="l">
              <a:defRPr sz="1650" b="0" i="0">
                <a:solidFill>
                  <a:srgbClr val="211D1A"/>
                </a:solidFill>
                <a:latin typeface="Arial"/>
                <a:ea typeface="Arial"/>
                <a:cs typeface="Arial"/>
              </a:defRPr>
            </a:lvl5pPr>
            <a:lvl6pPr algn="l">
              <a:defRPr sz="1650" b="0" i="0">
                <a:solidFill>
                  <a:srgbClr val="211D1A"/>
                </a:solidFill>
                <a:latin typeface="Arial"/>
                <a:ea typeface="Arial"/>
                <a:cs typeface="Arial"/>
              </a:defRPr>
            </a:lvl6pPr>
            <a:lvl7pPr algn="l">
              <a:defRPr sz="1650" b="0" i="0">
                <a:solidFill>
                  <a:srgbClr val="211D1A"/>
                </a:solidFill>
                <a:latin typeface="Arial"/>
                <a:ea typeface="Arial"/>
                <a:cs typeface="Arial"/>
              </a:defRPr>
            </a:lvl7pPr>
            <a:lvl8pPr algn="l">
              <a:defRPr sz="1650" b="0" i="0">
                <a:solidFill>
                  <a:srgbClr val="211D1A"/>
                </a:solidFill>
                <a:latin typeface="Arial"/>
                <a:ea typeface="Arial"/>
                <a:cs typeface="Arial"/>
              </a:defRPr>
            </a:lvl8pPr>
            <a:lvl9pPr algn="l">
              <a:defRPr sz="1650" b="0" i="0">
                <a:solidFill>
                  <a:srgbClr val="211D1A"/>
                </a:solidFill>
                <a:latin typeface="Arial"/>
                <a:ea typeface="Arial"/>
                <a:cs typeface="Arial"/>
              </a:defRPr>
            </a:lvl9pPr>
          </a:lstStyle>
          <a:p xmlns:a="http://schemas.openxmlformats.org/drawingml/2006/main">
            <a:pPr algn="l">
              <a:lnSpc>
                <a:spcPct val="102000"/>
              </a:lnSpc>
              <a:buNone/>
              <a:defRPr sz="1650" b="0" i="0">
                <a:solidFill>
                  <a:srgbClr val="211D1A"/>
                </a:solidFill>
                <a:latin typeface="Arial"/>
                <a:ea typeface="Arial"/>
                <a:cs typeface="Arial"/>
              </a:defRPr>
            </a:pPr>
            <a:r>
              <a:rPr sz="1650" b="0" i="0">
                <a:solidFill>
                  <a:srgbClr val="211D1A"/>
                </a:solidFill>
                <a:latin typeface="Arial"/>
                <a:ea typeface="Arial"/>
                <a:cs typeface="Arial"/>
              </a:rPr>
              <a:t>En las reuniones individuales, queremos entender tres cosas:</a:t>
            </a:r>
          </a:p>
        </p:txBody>
      </p:sp>
      <p:sp>
        <p:nvSpPr>
          <p:cNvPr id="5" name="">
            <a:extLst xmlns:a="http://schemas.openxmlformats.org/drawingml/2006/main">
              <a:ext uri="{FF2B5EF4-FFF2-40B4-BE49-F238E27FC236}">
                <a16:creationId xmlns:a16="http://schemas.microsoft.com/office/drawing/2014/main" id="{B2635899-C2E1-4219-AA81-D2732656AE2B}"/>
              </a:ext>
            </a:extLst>
          </p:cNvPr>
          <p:cNvSpPr>
            <a:spLocks xmlns:a="http://schemas.openxmlformats.org/drawingml/2006/main" noGrp="1"/>
          </p:cNvSpPr>
          <p:nvPr/>
        </p:nvSpPr>
        <p:spPr>
          <a:xfrm xmlns:a="http://schemas.openxmlformats.org/drawingml/2006/main">
            <a:off x="762000" y="2905125"/>
            <a:ext cx="1066800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64A498D-8EC7-4C95-A0B5-E2DA1B49A624}"/>
              </a:ext>
            </a:extLst>
          </p:cNvPr>
          <p:cNvSpPr>
            <a:spLocks xmlns:a="http://schemas.openxmlformats.org/drawingml/2006/main" noGrp="1"/>
          </p:cNvSpPr>
          <p:nvPr/>
        </p:nvSpPr>
        <p:spPr>
          <a:xfrm xmlns:a="http://schemas.openxmlformats.org/drawingml/2006/main">
            <a:off x="762000" y="31623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41DA5C4-10CD-4F37-AFD2-70EC390BD1DD}"/>
              </a:ext>
            </a:extLst>
          </p:cNvPr>
          <p:cNvSpPr>
            <a:spLocks xmlns:a="http://schemas.openxmlformats.org/drawingml/2006/main" noGrp="1"/>
          </p:cNvSpPr>
          <p:nvPr/>
        </p:nvSpPr>
        <p:spPr>
          <a:xfrm xmlns:a="http://schemas.openxmlformats.org/drawingml/2006/main">
            <a:off x="1476375" y="3038475"/>
            <a:ext cx="9810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0" i="0">
                <a:solidFill>
                  <a:srgbClr val="211D1A"/>
                </a:solidFill>
                <a:latin typeface="Georgia"/>
                <a:ea typeface="Georgia"/>
                <a:cs typeface="Georgia"/>
              </a:defRPr>
            </a:defPPr>
            <a:lvl1pPr algn="l">
              <a:defRPr sz="3150" b="0" i="0">
                <a:solidFill>
                  <a:srgbClr val="211D1A"/>
                </a:solidFill>
                <a:latin typeface="Georgia"/>
                <a:ea typeface="Georgia"/>
                <a:cs typeface="Georgia"/>
              </a:defRPr>
            </a:lvl1pPr>
            <a:lvl2pPr algn="l">
              <a:defRPr sz="3150" b="0" i="0">
                <a:solidFill>
                  <a:srgbClr val="211D1A"/>
                </a:solidFill>
                <a:latin typeface="Georgia"/>
                <a:ea typeface="Georgia"/>
                <a:cs typeface="Georgia"/>
              </a:defRPr>
            </a:lvl2pPr>
            <a:lvl3pPr algn="l">
              <a:defRPr sz="3150" b="0" i="0">
                <a:solidFill>
                  <a:srgbClr val="211D1A"/>
                </a:solidFill>
                <a:latin typeface="Georgia"/>
                <a:ea typeface="Georgia"/>
                <a:cs typeface="Georgia"/>
              </a:defRPr>
            </a:lvl3pPr>
            <a:lvl4pPr algn="l">
              <a:defRPr sz="3150" b="0" i="0">
                <a:solidFill>
                  <a:srgbClr val="211D1A"/>
                </a:solidFill>
                <a:latin typeface="Georgia"/>
                <a:ea typeface="Georgia"/>
                <a:cs typeface="Georgia"/>
              </a:defRPr>
            </a:lvl4pPr>
            <a:lvl5pPr algn="l">
              <a:defRPr sz="3150" b="0" i="0">
                <a:solidFill>
                  <a:srgbClr val="211D1A"/>
                </a:solidFill>
                <a:latin typeface="Georgia"/>
                <a:ea typeface="Georgia"/>
                <a:cs typeface="Georgia"/>
              </a:defRPr>
            </a:lvl5pPr>
            <a:lvl6pPr algn="l">
              <a:defRPr sz="3150" b="0" i="0">
                <a:solidFill>
                  <a:srgbClr val="211D1A"/>
                </a:solidFill>
                <a:latin typeface="Georgia"/>
                <a:ea typeface="Georgia"/>
                <a:cs typeface="Georgia"/>
              </a:defRPr>
            </a:lvl6pPr>
            <a:lvl7pPr algn="l">
              <a:defRPr sz="3150" b="0" i="0">
                <a:solidFill>
                  <a:srgbClr val="211D1A"/>
                </a:solidFill>
                <a:latin typeface="Georgia"/>
                <a:ea typeface="Georgia"/>
                <a:cs typeface="Georgia"/>
              </a:defRPr>
            </a:lvl7pPr>
            <a:lvl8pPr algn="l">
              <a:defRPr sz="3150" b="0" i="0">
                <a:solidFill>
                  <a:srgbClr val="211D1A"/>
                </a:solidFill>
                <a:latin typeface="Georgia"/>
                <a:ea typeface="Georgia"/>
                <a:cs typeface="Georgia"/>
              </a:defRPr>
            </a:lvl8pPr>
            <a:lvl9pPr algn="l">
              <a:defRPr sz="3150" b="0" i="0">
                <a:solidFill>
                  <a:srgbClr val="211D1A"/>
                </a:solidFill>
                <a:latin typeface="Georgia"/>
                <a:ea typeface="Georgia"/>
                <a:cs typeface="Georgia"/>
              </a:defRPr>
            </a:lvl9pPr>
          </a:lstStyle>
          <a:p xmlns:a="http://schemas.openxmlformats.org/drawingml/2006/main">
            <a:pPr algn="l">
              <a:lnSpc>
                <a:spcPct val="102000"/>
              </a:lnSpc>
              <a:buNone/>
              <a:defRPr sz="3150" b="0" i="0">
                <a:solidFill>
                  <a:srgbClr val="211D1A"/>
                </a:solidFill>
                <a:latin typeface="Georgia"/>
                <a:ea typeface="Georgia"/>
                <a:cs typeface="Georgia"/>
              </a:defRPr>
            </a:pPr>
            <a:r>
              <a:rPr sz="3150" b="0" i="0">
                <a:solidFill>
                  <a:srgbClr val="211D1A"/>
                </a:solidFill>
                <a:latin typeface="Georgia"/>
                <a:ea typeface="Georgia"/>
                <a:cs typeface="Georgia"/>
              </a:rPr>
              <a:t>¿Qué hace especialmente bien cada empresa?</a:t>
            </a:r>
          </a:p>
        </p:txBody>
      </p:sp>
      <p:sp>
        <p:nvSpPr>
          <p:cNvPr id="8" name="">
            <a:extLst xmlns:a="http://schemas.openxmlformats.org/drawingml/2006/main">
              <a:ext uri="{FF2B5EF4-FFF2-40B4-BE49-F238E27FC236}">
                <a16:creationId xmlns:a16="http://schemas.microsoft.com/office/drawing/2014/main" id="{8E4856EB-FBC7-4643-9359-82E2AA275F94}"/>
              </a:ext>
            </a:extLst>
          </p:cNvPr>
          <p:cNvSpPr>
            <a:spLocks xmlns:a="http://schemas.openxmlformats.org/drawingml/2006/main" noGrp="1"/>
          </p:cNvSpPr>
          <p:nvPr/>
        </p:nvSpPr>
        <p:spPr>
          <a:xfrm xmlns:a="http://schemas.openxmlformats.org/drawingml/2006/main">
            <a:off x="762000" y="39719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D312966-0A4D-4F12-8CB6-F8AB8A435D62}"/>
              </a:ext>
            </a:extLst>
          </p:cNvPr>
          <p:cNvSpPr>
            <a:spLocks xmlns:a="http://schemas.openxmlformats.org/drawingml/2006/main" noGrp="1"/>
          </p:cNvSpPr>
          <p:nvPr/>
        </p:nvSpPr>
        <p:spPr>
          <a:xfrm xmlns:a="http://schemas.openxmlformats.org/drawingml/2006/main">
            <a:off x="762000" y="4181475"/>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69CBEE0-4969-4FD7-B33E-14C9C5FF98F4}"/>
              </a:ext>
            </a:extLst>
          </p:cNvPr>
          <p:cNvSpPr>
            <a:spLocks xmlns:a="http://schemas.openxmlformats.org/drawingml/2006/main" noGrp="1"/>
          </p:cNvSpPr>
          <p:nvPr/>
        </p:nvSpPr>
        <p:spPr>
          <a:xfrm xmlns:a="http://schemas.openxmlformats.org/drawingml/2006/main">
            <a:off x="1476375" y="4057650"/>
            <a:ext cx="9810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0" i="0">
                <a:solidFill>
                  <a:srgbClr val="211D1A"/>
                </a:solidFill>
                <a:latin typeface="Georgia"/>
                <a:ea typeface="Georgia"/>
                <a:cs typeface="Georgia"/>
              </a:defRPr>
            </a:defPPr>
            <a:lvl1pPr algn="l">
              <a:defRPr sz="3150" b="0" i="0">
                <a:solidFill>
                  <a:srgbClr val="211D1A"/>
                </a:solidFill>
                <a:latin typeface="Georgia"/>
                <a:ea typeface="Georgia"/>
                <a:cs typeface="Georgia"/>
              </a:defRPr>
            </a:lvl1pPr>
            <a:lvl2pPr algn="l">
              <a:defRPr sz="3150" b="0" i="0">
                <a:solidFill>
                  <a:srgbClr val="211D1A"/>
                </a:solidFill>
                <a:latin typeface="Georgia"/>
                <a:ea typeface="Georgia"/>
                <a:cs typeface="Georgia"/>
              </a:defRPr>
            </a:lvl2pPr>
            <a:lvl3pPr algn="l">
              <a:defRPr sz="3150" b="0" i="0">
                <a:solidFill>
                  <a:srgbClr val="211D1A"/>
                </a:solidFill>
                <a:latin typeface="Georgia"/>
                <a:ea typeface="Georgia"/>
                <a:cs typeface="Georgia"/>
              </a:defRPr>
            </a:lvl3pPr>
            <a:lvl4pPr algn="l">
              <a:defRPr sz="3150" b="0" i="0">
                <a:solidFill>
                  <a:srgbClr val="211D1A"/>
                </a:solidFill>
                <a:latin typeface="Georgia"/>
                <a:ea typeface="Georgia"/>
                <a:cs typeface="Georgia"/>
              </a:defRPr>
            </a:lvl4pPr>
            <a:lvl5pPr algn="l">
              <a:defRPr sz="3150" b="0" i="0">
                <a:solidFill>
                  <a:srgbClr val="211D1A"/>
                </a:solidFill>
                <a:latin typeface="Georgia"/>
                <a:ea typeface="Georgia"/>
                <a:cs typeface="Georgia"/>
              </a:defRPr>
            </a:lvl5pPr>
            <a:lvl6pPr algn="l">
              <a:defRPr sz="3150" b="0" i="0">
                <a:solidFill>
                  <a:srgbClr val="211D1A"/>
                </a:solidFill>
                <a:latin typeface="Georgia"/>
                <a:ea typeface="Georgia"/>
                <a:cs typeface="Georgia"/>
              </a:defRPr>
            </a:lvl6pPr>
            <a:lvl7pPr algn="l">
              <a:defRPr sz="3150" b="0" i="0">
                <a:solidFill>
                  <a:srgbClr val="211D1A"/>
                </a:solidFill>
                <a:latin typeface="Georgia"/>
                <a:ea typeface="Georgia"/>
                <a:cs typeface="Georgia"/>
              </a:defRPr>
            </a:lvl7pPr>
            <a:lvl8pPr algn="l">
              <a:defRPr sz="3150" b="0" i="0">
                <a:solidFill>
                  <a:srgbClr val="211D1A"/>
                </a:solidFill>
                <a:latin typeface="Georgia"/>
                <a:ea typeface="Georgia"/>
                <a:cs typeface="Georgia"/>
              </a:defRPr>
            </a:lvl8pPr>
            <a:lvl9pPr algn="l">
              <a:defRPr sz="3150" b="0" i="0">
                <a:solidFill>
                  <a:srgbClr val="211D1A"/>
                </a:solidFill>
                <a:latin typeface="Georgia"/>
                <a:ea typeface="Georgia"/>
                <a:cs typeface="Georgia"/>
              </a:defRPr>
            </a:lvl9pPr>
          </a:lstStyle>
          <a:p xmlns:a="http://schemas.openxmlformats.org/drawingml/2006/main">
            <a:pPr algn="l">
              <a:lnSpc>
                <a:spcPct val="102000"/>
              </a:lnSpc>
              <a:buNone/>
              <a:defRPr sz="3150" b="0" i="0">
                <a:solidFill>
                  <a:srgbClr val="211D1A"/>
                </a:solidFill>
                <a:latin typeface="Georgia"/>
                <a:ea typeface="Georgia"/>
                <a:cs typeface="Georgia"/>
              </a:defRPr>
            </a:pPr>
            <a:r>
              <a:rPr sz="3150" b="0" i="0">
                <a:solidFill>
                  <a:srgbClr val="211D1A"/>
                </a:solidFill>
                <a:latin typeface="Georgia"/>
                <a:ea typeface="Georgia"/>
                <a:cs typeface="Georgia"/>
              </a:rPr>
              <a:t>¿Dónde necesita apoyo cada una?</a:t>
            </a:r>
          </a:p>
        </p:txBody>
      </p:sp>
      <p:sp>
        <p:nvSpPr>
          <p:cNvPr id="11" name="">
            <a:extLst xmlns:a="http://schemas.openxmlformats.org/drawingml/2006/main">
              <a:ext uri="{FF2B5EF4-FFF2-40B4-BE49-F238E27FC236}">
                <a16:creationId xmlns:a16="http://schemas.microsoft.com/office/drawing/2014/main" id="{DD858850-2D76-43C5-A31B-27AC9F34D8B5}"/>
              </a:ext>
            </a:extLst>
          </p:cNvPr>
          <p:cNvSpPr>
            <a:spLocks xmlns:a="http://schemas.openxmlformats.org/drawingml/2006/main" noGrp="1"/>
          </p:cNvSpPr>
          <p:nvPr/>
        </p:nvSpPr>
        <p:spPr>
          <a:xfrm xmlns:a="http://schemas.openxmlformats.org/drawingml/2006/main">
            <a:off x="762000" y="4991100"/>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E150999-E250-4DD2-9759-436AF155DEA5}"/>
              </a:ext>
            </a:extLst>
          </p:cNvPr>
          <p:cNvSpPr>
            <a:spLocks xmlns:a="http://schemas.openxmlformats.org/drawingml/2006/main" noGrp="1"/>
          </p:cNvSpPr>
          <p:nvPr/>
        </p:nvSpPr>
        <p:spPr>
          <a:xfrm xmlns:a="http://schemas.openxmlformats.org/drawingml/2006/main">
            <a:off x="762000" y="52006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413A46BD-B170-4368-A41E-321AE8BF7BF4}"/>
              </a:ext>
            </a:extLst>
          </p:cNvPr>
          <p:cNvSpPr>
            <a:spLocks xmlns:a="http://schemas.openxmlformats.org/drawingml/2006/main" noGrp="1"/>
          </p:cNvSpPr>
          <p:nvPr/>
        </p:nvSpPr>
        <p:spPr>
          <a:xfrm xmlns:a="http://schemas.openxmlformats.org/drawingml/2006/main">
            <a:off x="1476375" y="5076825"/>
            <a:ext cx="9810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11D1A"/>
                </a:solidFill>
                <a:latin typeface="Georgia"/>
                <a:ea typeface="Georgia"/>
                <a:cs typeface="Georgia"/>
              </a:defRPr>
            </a:defPPr>
            <a:lvl1pPr algn="l">
              <a:defRPr sz="2700" b="0" i="0">
                <a:solidFill>
                  <a:srgbClr val="211D1A"/>
                </a:solidFill>
                <a:latin typeface="Georgia"/>
                <a:ea typeface="Georgia"/>
                <a:cs typeface="Georgia"/>
              </a:defRPr>
            </a:lvl1pPr>
            <a:lvl2pPr algn="l">
              <a:defRPr sz="2700" b="0" i="0">
                <a:solidFill>
                  <a:srgbClr val="211D1A"/>
                </a:solidFill>
                <a:latin typeface="Georgia"/>
                <a:ea typeface="Georgia"/>
                <a:cs typeface="Georgia"/>
              </a:defRPr>
            </a:lvl2pPr>
            <a:lvl3pPr algn="l">
              <a:defRPr sz="2700" b="0" i="0">
                <a:solidFill>
                  <a:srgbClr val="211D1A"/>
                </a:solidFill>
                <a:latin typeface="Georgia"/>
                <a:ea typeface="Georgia"/>
                <a:cs typeface="Georgia"/>
              </a:defRPr>
            </a:lvl3pPr>
            <a:lvl4pPr algn="l">
              <a:defRPr sz="2700" b="0" i="0">
                <a:solidFill>
                  <a:srgbClr val="211D1A"/>
                </a:solidFill>
                <a:latin typeface="Georgia"/>
                <a:ea typeface="Georgia"/>
                <a:cs typeface="Georgia"/>
              </a:defRPr>
            </a:lvl4pPr>
            <a:lvl5pPr algn="l">
              <a:defRPr sz="2700" b="0" i="0">
                <a:solidFill>
                  <a:srgbClr val="211D1A"/>
                </a:solidFill>
                <a:latin typeface="Georgia"/>
                <a:ea typeface="Georgia"/>
                <a:cs typeface="Georgia"/>
              </a:defRPr>
            </a:lvl5pPr>
            <a:lvl6pPr algn="l">
              <a:defRPr sz="2700" b="0" i="0">
                <a:solidFill>
                  <a:srgbClr val="211D1A"/>
                </a:solidFill>
                <a:latin typeface="Georgia"/>
                <a:ea typeface="Georgia"/>
                <a:cs typeface="Georgia"/>
              </a:defRPr>
            </a:lvl6pPr>
            <a:lvl7pPr algn="l">
              <a:defRPr sz="2700" b="0" i="0">
                <a:solidFill>
                  <a:srgbClr val="211D1A"/>
                </a:solidFill>
                <a:latin typeface="Georgia"/>
                <a:ea typeface="Georgia"/>
                <a:cs typeface="Georgia"/>
              </a:defRPr>
            </a:lvl7pPr>
            <a:lvl8pPr algn="l">
              <a:defRPr sz="2700" b="0" i="0">
                <a:solidFill>
                  <a:srgbClr val="211D1A"/>
                </a:solidFill>
                <a:latin typeface="Georgia"/>
                <a:ea typeface="Georgia"/>
                <a:cs typeface="Georgia"/>
              </a:defRPr>
            </a:lvl8pPr>
            <a:lvl9pPr algn="l">
              <a:defRPr sz="2700" b="0" i="0">
                <a:solidFill>
                  <a:srgbClr val="211D1A"/>
                </a:solidFill>
                <a:latin typeface="Georgia"/>
                <a:ea typeface="Georgia"/>
                <a:cs typeface="Georgia"/>
              </a:defRPr>
            </a:lvl9pPr>
          </a:lstStyle>
          <a:p xmlns:a="http://schemas.openxmlformats.org/drawingml/2006/main">
            <a:pPr algn="l">
              <a:lnSpc>
                <a:spcPct val="102000"/>
              </a:lnSpc>
              <a:buNone/>
              <a:defRPr sz="2700" b="0" i="0">
                <a:solidFill>
                  <a:srgbClr val="211D1A"/>
                </a:solidFill>
                <a:latin typeface="Georgia"/>
                <a:ea typeface="Georgia"/>
                <a:cs typeface="Georgia"/>
              </a:defRPr>
            </a:pPr>
            <a:r>
              <a:rPr sz="2700" b="0" i="0">
                <a:solidFill>
                  <a:srgbClr val="211D1A"/>
                </a:solidFill>
                <a:latin typeface="Georgia"/>
                <a:ea typeface="Georgia"/>
                <a:cs typeface="Georgia"/>
              </a:rPr>
              <a:t>¿Qué oportunidad concreta podemos desarrollar juntas?</a:t>
            </a:r>
          </a:p>
        </p:txBody>
      </p:sp>
      <p:sp>
        <p:nvSpPr>
          <p:cNvPr id="14" name="">
            <a:extLst xmlns:a="http://schemas.openxmlformats.org/drawingml/2006/main">
              <a:ext uri="{FF2B5EF4-FFF2-40B4-BE49-F238E27FC236}">
                <a16:creationId xmlns:a16="http://schemas.microsoft.com/office/drawing/2014/main" id="{69E2953E-7297-404C-A9DB-EFA3C64BAA03}"/>
              </a:ext>
            </a:extLst>
          </p:cNvPr>
          <p:cNvSpPr>
            <a:spLocks xmlns:a="http://schemas.openxmlformats.org/drawingml/2006/main" noGrp="1"/>
          </p:cNvSpPr>
          <p:nvPr/>
        </p:nvSpPr>
        <p:spPr>
          <a:xfrm xmlns:a="http://schemas.openxmlformats.org/drawingml/2006/main">
            <a:off x="762000" y="601027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97C098D-9832-4E87-AE50-12D29945F031}"/>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54BF6C4-F905-4C96-9B4F-B78115F14CE2}"/>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ENCUENTROS B2B · PIAMONTE</a:t>
            </a:r>
          </a:p>
        </p:txBody>
      </p:sp>
      <p:sp>
        <p:nvSpPr>
          <p:cNvPr id="17" name="">
            <a:extLst xmlns:a="http://schemas.openxmlformats.org/drawingml/2006/main">
              <a:ext uri="{FF2B5EF4-FFF2-40B4-BE49-F238E27FC236}">
                <a16:creationId xmlns:a16="http://schemas.microsoft.com/office/drawing/2014/main" id="{162D2B90-82C2-4E84-8D00-B7397B4F7174}"/>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15 / 16</a:t>
            </a:r>
          </a:p>
        </p:txBody>
      </p:sp>
    </p:spTree>
    <p:extLst>
      <p:ext uri="{BB962C8B-B14F-4D97-AF65-F5344CB8AC3E}">
        <p14:creationId xmlns:p14="http://schemas.microsoft.com/office/powerpoint/2010/main" val="223592028"/>
      </p:ext>
    </p:extLst>
  </p:cSld>
</p:sld>
</file>

<file path=ppt/slides/slide16.xml><?xml version="1.0" encoding="utf-8"?>
<p:sld xmlns:p="http://schemas.openxmlformats.org/presentationml/2006/main">
  <p:cSld>
    <p:bg>
      <p:bgPr>
        <a:solidFill xmlns:a="http://schemas.openxmlformats.org/drawingml/2006/main">
          <a:srgbClr val="281E2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8A215BD-BAAA-4524-9D55-16A07C1BC972}"/>
              </a:ext>
            </a:extLst>
          </p:cNvPr>
          <p:cNvPicPr>
            <a:picLocks xmlns:a="http://schemas.openxmlformats.org/drawingml/2006/main" noChangeAspect="1"/>
          </p:cNvPicPr>
          <p:nvPr/>
        </p:nvPicPr>
        <p:blipFill>
          <a:blip xmlns:r="http://schemas.openxmlformats.org/officeDocument/2006/relationships" xmlns:a="http://schemas.openxmlformats.org/drawingml/2006/main" r:embed="R7f6924ec1a90426a"/>
          <a:srcRect xmlns:a="http://schemas.openxmlformats.org/drawingml/2006/main" l="0" t="1509" r="0" b="1509"/>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2ED59A-A9B4-4BB0-B2EE-A693D6FC7B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1191A">
              <a:alpha val="85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174E242B-83A3-415D-A9E8-DB6B882A2E15}"/>
              </a:ext>
            </a:extLst>
          </p:cNvPr>
          <p:cNvPicPr>
            <a:picLocks xmlns:a="http://schemas.openxmlformats.org/drawingml/2006/main" noChangeAspect="1"/>
          </p:cNvPicPr>
          <p:nvPr/>
        </p:nvPicPr>
        <p:blipFill>
          <a:blip xmlns:r="http://schemas.openxmlformats.org/officeDocument/2006/relationships" xmlns:a="http://schemas.openxmlformats.org/drawingml/2006/main" r:embed="Ra3ef959c1f6242a1"/>
          <a:stretch xmlns:a="http://schemas.openxmlformats.org/drawingml/2006/main"/>
        </p:blipFill>
        <p:spPr>
          <a:xfrm xmlns:a="http://schemas.openxmlformats.org/drawingml/2006/main">
            <a:off x="762935" y="438150"/>
            <a:ext cx="3331880" cy="4857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87C3332-14AF-43B7-8CE8-AD5F2BBF2CE0}"/>
              </a:ext>
            </a:extLst>
          </p:cNvPr>
          <p:cNvSpPr>
            <a:spLocks xmlns:a="http://schemas.openxmlformats.org/drawingml/2006/main" noGrp="1"/>
          </p:cNvSpPr>
          <p:nvPr/>
        </p:nvSpPr>
        <p:spPr>
          <a:xfrm xmlns:a="http://schemas.openxmlformats.org/drawingml/2006/main">
            <a:off x="762000" y="1390650"/>
            <a:ext cx="238125" cy="19050"/>
          </a:xfrm>
          <a:prstGeom xmlns:a="http://schemas.openxmlformats.org/drawingml/2006/main" prst="rect">
            <a:avLst/>
          </a:prstGeom>
          <a:solidFill xmlns:a="http://schemas.openxmlformats.org/drawingml/2006/main">
            <a:srgbClr val="FF8D9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7E510C0-5E34-4169-AD97-AECA3E35D082}"/>
              </a:ext>
            </a:extLst>
          </p:cNvPr>
          <p:cNvSpPr>
            <a:spLocks xmlns:a="http://schemas.openxmlformats.org/drawingml/2006/main" noGrp="1"/>
          </p:cNvSpPr>
          <p:nvPr/>
        </p:nvSpPr>
        <p:spPr>
          <a:xfrm xmlns:a="http://schemas.openxmlformats.org/drawingml/2006/main">
            <a:off x="1114425" y="13049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B8BD"/>
                </a:solidFill>
                <a:latin typeface="Arial"/>
                <a:ea typeface="Arial"/>
                <a:cs typeface="Arial"/>
              </a:defRPr>
            </a:defPPr>
            <a:lvl1pPr algn="l">
              <a:defRPr sz="900" b="1" i="0">
                <a:solidFill>
                  <a:srgbClr val="FFB8BD"/>
                </a:solidFill>
                <a:latin typeface="Arial"/>
                <a:ea typeface="Arial"/>
                <a:cs typeface="Arial"/>
              </a:defRPr>
            </a:lvl1pPr>
            <a:lvl2pPr algn="l">
              <a:defRPr sz="900" b="1" i="0">
                <a:solidFill>
                  <a:srgbClr val="FFB8BD"/>
                </a:solidFill>
                <a:latin typeface="Arial"/>
                <a:ea typeface="Arial"/>
                <a:cs typeface="Arial"/>
              </a:defRPr>
            </a:lvl2pPr>
            <a:lvl3pPr algn="l">
              <a:defRPr sz="900" b="1" i="0">
                <a:solidFill>
                  <a:srgbClr val="FFB8BD"/>
                </a:solidFill>
                <a:latin typeface="Arial"/>
                <a:ea typeface="Arial"/>
                <a:cs typeface="Arial"/>
              </a:defRPr>
            </a:lvl3pPr>
            <a:lvl4pPr algn="l">
              <a:defRPr sz="900" b="1" i="0">
                <a:solidFill>
                  <a:srgbClr val="FFB8BD"/>
                </a:solidFill>
                <a:latin typeface="Arial"/>
                <a:ea typeface="Arial"/>
                <a:cs typeface="Arial"/>
              </a:defRPr>
            </a:lvl4pPr>
            <a:lvl5pPr algn="l">
              <a:defRPr sz="900" b="1" i="0">
                <a:solidFill>
                  <a:srgbClr val="FFB8BD"/>
                </a:solidFill>
                <a:latin typeface="Arial"/>
                <a:ea typeface="Arial"/>
                <a:cs typeface="Arial"/>
              </a:defRPr>
            </a:lvl5pPr>
            <a:lvl6pPr algn="l">
              <a:defRPr sz="900" b="1" i="0">
                <a:solidFill>
                  <a:srgbClr val="FFB8BD"/>
                </a:solidFill>
                <a:latin typeface="Arial"/>
                <a:ea typeface="Arial"/>
                <a:cs typeface="Arial"/>
              </a:defRPr>
            </a:lvl6pPr>
            <a:lvl7pPr algn="l">
              <a:defRPr sz="900" b="1" i="0">
                <a:solidFill>
                  <a:srgbClr val="FFB8BD"/>
                </a:solidFill>
                <a:latin typeface="Arial"/>
                <a:ea typeface="Arial"/>
                <a:cs typeface="Arial"/>
              </a:defRPr>
            </a:lvl7pPr>
            <a:lvl8pPr algn="l">
              <a:defRPr sz="900" b="1" i="0">
                <a:solidFill>
                  <a:srgbClr val="FFB8BD"/>
                </a:solidFill>
                <a:latin typeface="Arial"/>
                <a:ea typeface="Arial"/>
                <a:cs typeface="Arial"/>
              </a:defRPr>
            </a:lvl8pPr>
            <a:lvl9pPr algn="l">
              <a:defRPr sz="900" b="1" i="0">
                <a:solidFill>
                  <a:srgbClr val="FFB8BD"/>
                </a:solidFill>
                <a:latin typeface="Arial"/>
                <a:ea typeface="Arial"/>
                <a:cs typeface="Arial"/>
              </a:defRPr>
            </a:lvl9pPr>
          </a:lstStyle>
          <a:p xmlns:a="http://schemas.openxmlformats.org/drawingml/2006/main">
            <a:pPr algn="l">
              <a:lnSpc>
                <a:spcPct val="102000"/>
              </a:lnSpc>
              <a:buNone/>
              <a:defRPr sz="900" b="1" i="0">
                <a:solidFill>
                  <a:srgbClr val="FFB8BD"/>
                </a:solidFill>
                <a:latin typeface="Arial"/>
                <a:ea typeface="Arial"/>
                <a:cs typeface="Arial"/>
              </a:defRPr>
            </a:pPr>
            <a:r>
              <a:rPr sz="900" b="1" i="0">
                <a:solidFill>
                  <a:srgbClr val="FFB8BD"/>
                </a:solidFill>
                <a:latin typeface="Arial"/>
                <a:ea typeface="Arial"/>
                <a:cs typeface="Arial"/>
              </a:rPr>
              <a:t>06 / HABLEMOS</a:t>
            </a:r>
          </a:p>
        </p:txBody>
      </p:sp>
      <p:sp>
        <p:nvSpPr>
          <p:cNvPr id="6" name="">
            <a:extLst xmlns:a="http://schemas.openxmlformats.org/drawingml/2006/main">
              <a:ext uri="{FF2B5EF4-FFF2-40B4-BE49-F238E27FC236}">
                <a16:creationId xmlns:a16="http://schemas.microsoft.com/office/drawing/2014/main" id="{EC618F08-AC1E-481C-8040-BBECD879FC58}"/>
              </a:ext>
            </a:extLst>
          </p:cNvPr>
          <p:cNvSpPr>
            <a:spLocks xmlns:a="http://schemas.openxmlformats.org/drawingml/2006/main" noGrp="1"/>
          </p:cNvSpPr>
          <p:nvPr/>
        </p:nvSpPr>
        <p:spPr>
          <a:xfrm xmlns:a="http://schemas.openxmlformats.org/drawingml/2006/main">
            <a:off x="762000" y="1847850"/>
            <a:ext cx="10763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700" b="0" i="0">
                <a:solidFill>
                  <a:srgbClr val="FFFFFF"/>
                </a:solidFill>
                <a:latin typeface="Georgia"/>
                <a:ea typeface="Georgia"/>
                <a:cs typeface="Georgia"/>
              </a:defRPr>
            </a:defPPr>
            <a:lvl1pPr algn="l">
              <a:defRPr sz="5700" b="0" i="0">
                <a:solidFill>
                  <a:srgbClr val="FFFFFF"/>
                </a:solidFill>
                <a:latin typeface="Georgia"/>
                <a:ea typeface="Georgia"/>
                <a:cs typeface="Georgia"/>
              </a:defRPr>
            </a:lvl1pPr>
            <a:lvl2pPr algn="l">
              <a:defRPr sz="5700" b="0" i="0">
                <a:solidFill>
                  <a:srgbClr val="FFFFFF"/>
                </a:solidFill>
                <a:latin typeface="Georgia"/>
                <a:ea typeface="Georgia"/>
                <a:cs typeface="Georgia"/>
              </a:defRPr>
            </a:lvl2pPr>
            <a:lvl3pPr algn="l">
              <a:defRPr sz="5700" b="0" i="0">
                <a:solidFill>
                  <a:srgbClr val="FFFFFF"/>
                </a:solidFill>
                <a:latin typeface="Georgia"/>
                <a:ea typeface="Georgia"/>
                <a:cs typeface="Georgia"/>
              </a:defRPr>
            </a:lvl3pPr>
            <a:lvl4pPr algn="l">
              <a:defRPr sz="5700" b="0" i="0">
                <a:solidFill>
                  <a:srgbClr val="FFFFFF"/>
                </a:solidFill>
                <a:latin typeface="Georgia"/>
                <a:ea typeface="Georgia"/>
                <a:cs typeface="Georgia"/>
              </a:defRPr>
            </a:lvl4pPr>
            <a:lvl5pPr algn="l">
              <a:defRPr sz="5700" b="0" i="0">
                <a:solidFill>
                  <a:srgbClr val="FFFFFF"/>
                </a:solidFill>
                <a:latin typeface="Georgia"/>
                <a:ea typeface="Georgia"/>
                <a:cs typeface="Georgia"/>
              </a:defRPr>
            </a:lvl5pPr>
            <a:lvl6pPr algn="l">
              <a:defRPr sz="5700" b="0" i="0">
                <a:solidFill>
                  <a:srgbClr val="FFFFFF"/>
                </a:solidFill>
                <a:latin typeface="Georgia"/>
                <a:ea typeface="Georgia"/>
                <a:cs typeface="Georgia"/>
              </a:defRPr>
            </a:lvl6pPr>
            <a:lvl7pPr algn="l">
              <a:defRPr sz="5700" b="0" i="0">
                <a:solidFill>
                  <a:srgbClr val="FFFFFF"/>
                </a:solidFill>
                <a:latin typeface="Georgia"/>
                <a:ea typeface="Georgia"/>
                <a:cs typeface="Georgia"/>
              </a:defRPr>
            </a:lvl7pPr>
            <a:lvl8pPr algn="l">
              <a:defRPr sz="5700" b="0" i="0">
                <a:solidFill>
                  <a:srgbClr val="FFFFFF"/>
                </a:solidFill>
                <a:latin typeface="Georgia"/>
                <a:ea typeface="Georgia"/>
                <a:cs typeface="Georgia"/>
              </a:defRPr>
            </a:lvl8pPr>
            <a:lvl9pPr algn="l">
              <a:defRPr sz="5700" b="0" i="0">
                <a:solidFill>
                  <a:srgbClr val="FFFFFF"/>
                </a:solidFill>
                <a:latin typeface="Georgia"/>
                <a:ea typeface="Georgia"/>
                <a:cs typeface="Georgia"/>
              </a:defRPr>
            </a:lvl9pPr>
          </a:lstStyle>
          <a:p xmlns:a="http://schemas.openxmlformats.org/drawingml/2006/main">
            <a:pPr algn="l">
              <a:lnSpc>
                <a:spcPct val="102000"/>
              </a:lnSpc>
              <a:buNone/>
              <a:defRPr sz="5700" b="0" i="0">
                <a:solidFill>
                  <a:srgbClr val="FFFFFF"/>
                </a:solidFill>
                <a:latin typeface="Georgia"/>
                <a:ea typeface="Georgia"/>
                <a:cs typeface="Georgia"/>
              </a:defRPr>
            </a:pPr>
            <a:r>
              <a:rPr sz="5700" b="0" i="0">
                <a:solidFill>
                  <a:srgbClr val="FFFFFF"/>
                </a:solidFill>
                <a:latin typeface="Georgia"/>
                <a:ea typeface="Georgia"/>
                <a:cs typeface="Georgia"/>
              </a:rPr>
              <a:t>Conozcamos Sertranin</a:t>
            </a:r>
          </a:p>
        </p:txBody>
      </p:sp>
      <p:sp>
        <p:nvSpPr>
          <p:cNvPr id="7" name="">
            <a:extLst xmlns:a="http://schemas.openxmlformats.org/drawingml/2006/main">
              <a:ext uri="{FF2B5EF4-FFF2-40B4-BE49-F238E27FC236}">
                <a16:creationId xmlns:a16="http://schemas.microsoft.com/office/drawing/2014/main" id="{B373A234-CD55-4294-AF28-B783354E7328}"/>
              </a:ext>
            </a:extLst>
          </p:cNvPr>
          <p:cNvSpPr>
            <a:spLocks xmlns:a="http://schemas.openxmlformats.org/drawingml/2006/main" noGrp="1"/>
          </p:cNvSpPr>
          <p:nvPr/>
        </p:nvSpPr>
        <p:spPr>
          <a:xfrm xmlns:a="http://schemas.openxmlformats.org/drawingml/2006/main">
            <a:off x="762000" y="2828925"/>
            <a:ext cx="1000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71"/>
          </a:bodyPr>
          <a:lstStyle xmlns:a="http://schemas.openxmlformats.org/drawingml/2006/main">
            <a:defPPr algn="l">
              <a:defRPr sz="6825" b="0" i="1">
                <a:solidFill>
                  <a:srgbClr val="FF757D"/>
                </a:solidFill>
                <a:latin typeface="Georgia"/>
                <a:ea typeface="Georgia"/>
                <a:cs typeface="Georgia"/>
              </a:defRPr>
            </a:defPPr>
            <a:lvl1pPr algn="l">
              <a:defRPr sz="6825" b="0" i="1">
                <a:solidFill>
                  <a:srgbClr val="FF757D"/>
                </a:solidFill>
                <a:latin typeface="Georgia"/>
                <a:ea typeface="Georgia"/>
                <a:cs typeface="Georgia"/>
              </a:defRPr>
            </a:lvl1pPr>
            <a:lvl2pPr algn="l">
              <a:defRPr sz="6825" b="0" i="1">
                <a:solidFill>
                  <a:srgbClr val="FF757D"/>
                </a:solidFill>
                <a:latin typeface="Georgia"/>
                <a:ea typeface="Georgia"/>
                <a:cs typeface="Georgia"/>
              </a:defRPr>
            </a:lvl2pPr>
            <a:lvl3pPr algn="l">
              <a:defRPr sz="6825" b="0" i="1">
                <a:solidFill>
                  <a:srgbClr val="FF757D"/>
                </a:solidFill>
                <a:latin typeface="Georgia"/>
                <a:ea typeface="Georgia"/>
                <a:cs typeface="Georgia"/>
              </a:defRPr>
            </a:lvl3pPr>
            <a:lvl4pPr algn="l">
              <a:defRPr sz="6825" b="0" i="1">
                <a:solidFill>
                  <a:srgbClr val="FF757D"/>
                </a:solidFill>
                <a:latin typeface="Georgia"/>
                <a:ea typeface="Georgia"/>
                <a:cs typeface="Georgia"/>
              </a:defRPr>
            </a:lvl4pPr>
            <a:lvl5pPr algn="l">
              <a:defRPr sz="6825" b="0" i="1">
                <a:solidFill>
                  <a:srgbClr val="FF757D"/>
                </a:solidFill>
                <a:latin typeface="Georgia"/>
                <a:ea typeface="Georgia"/>
                <a:cs typeface="Georgia"/>
              </a:defRPr>
            </a:lvl5pPr>
            <a:lvl6pPr algn="l">
              <a:defRPr sz="6825" b="0" i="1">
                <a:solidFill>
                  <a:srgbClr val="FF757D"/>
                </a:solidFill>
                <a:latin typeface="Georgia"/>
                <a:ea typeface="Georgia"/>
                <a:cs typeface="Georgia"/>
              </a:defRPr>
            </a:lvl6pPr>
            <a:lvl7pPr algn="l">
              <a:defRPr sz="6825" b="0" i="1">
                <a:solidFill>
                  <a:srgbClr val="FF757D"/>
                </a:solidFill>
                <a:latin typeface="Georgia"/>
                <a:ea typeface="Georgia"/>
                <a:cs typeface="Georgia"/>
              </a:defRPr>
            </a:lvl7pPr>
            <a:lvl8pPr algn="l">
              <a:defRPr sz="6825" b="0" i="1">
                <a:solidFill>
                  <a:srgbClr val="FF757D"/>
                </a:solidFill>
                <a:latin typeface="Georgia"/>
                <a:ea typeface="Georgia"/>
                <a:cs typeface="Georgia"/>
              </a:defRPr>
            </a:lvl8pPr>
            <a:lvl9pPr algn="l">
              <a:defRPr sz="6825" b="0" i="1">
                <a:solidFill>
                  <a:srgbClr val="FF757D"/>
                </a:solidFill>
                <a:latin typeface="Georgia"/>
                <a:ea typeface="Georgia"/>
                <a:cs typeface="Georgia"/>
              </a:defRPr>
            </a:lvl9pPr>
          </a:lstStyle>
          <a:p xmlns:a="http://schemas.openxmlformats.org/drawingml/2006/main">
            <a:pPr algn="l">
              <a:lnSpc>
                <a:spcPct val="102000"/>
              </a:lnSpc>
              <a:buNone/>
              <a:defRPr sz="6825" b="0" i="1">
                <a:solidFill>
                  <a:srgbClr val="FF757D"/>
                </a:solidFill>
                <a:latin typeface="Georgia"/>
                <a:ea typeface="Georgia"/>
                <a:cs typeface="Georgia"/>
              </a:defRPr>
            </a:pPr>
            <a:r>
              <a:rPr sz="6825" b="0" i="1">
                <a:solidFill>
                  <a:srgbClr val="FF757D"/>
                </a:solidFill>
                <a:latin typeface="Georgia"/>
                <a:ea typeface="Georgia"/>
                <a:cs typeface="Georgia"/>
              </a:rPr>
              <a:t>en persona</a:t>
            </a:r>
          </a:p>
        </p:txBody>
      </p:sp>
      <p:sp>
        <p:nvSpPr>
          <p:cNvPr id="8" name="">
            <a:extLst xmlns:a="http://schemas.openxmlformats.org/drawingml/2006/main">
              <a:ext uri="{FF2B5EF4-FFF2-40B4-BE49-F238E27FC236}">
                <a16:creationId xmlns:a16="http://schemas.microsoft.com/office/drawing/2014/main" id="{D84E53C9-1BD7-43A6-994D-429F1DD60756}"/>
              </a:ext>
            </a:extLst>
          </p:cNvPr>
          <p:cNvSpPr>
            <a:spLocks xmlns:a="http://schemas.openxmlformats.org/drawingml/2006/main" noGrp="1"/>
          </p:cNvSpPr>
          <p:nvPr/>
        </p:nvSpPr>
        <p:spPr>
          <a:xfrm xmlns:a="http://schemas.openxmlformats.org/drawingml/2006/main">
            <a:off x="762000" y="3886200"/>
            <a:ext cx="981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i="0">
                <a:solidFill>
                  <a:srgbClr val="F4ECEA"/>
                </a:solidFill>
                <a:latin typeface="Arial"/>
                <a:ea typeface="Arial"/>
                <a:cs typeface="Arial"/>
              </a:defRPr>
            </a:defPPr>
            <a:lvl1pPr algn="l">
              <a:defRPr sz="1800" b="0" i="0">
                <a:solidFill>
                  <a:srgbClr val="F4ECEA"/>
                </a:solidFill>
                <a:latin typeface="Arial"/>
                <a:ea typeface="Arial"/>
                <a:cs typeface="Arial"/>
              </a:defRPr>
            </a:lvl1pPr>
            <a:lvl2pPr algn="l">
              <a:defRPr sz="1800" b="0" i="0">
                <a:solidFill>
                  <a:srgbClr val="F4ECEA"/>
                </a:solidFill>
                <a:latin typeface="Arial"/>
                <a:ea typeface="Arial"/>
                <a:cs typeface="Arial"/>
              </a:defRPr>
            </a:lvl2pPr>
            <a:lvl3pPr algn="l">
              <a:defRPr sz="1800" b="0" i="0">
                <a:solidFill>
                  <a:srgbClr val="F4ECEA"/>
                </a:solidFill>
                <a:latin typeface="Arial"/>
                <a:ea typeface="Arial"/>
                <a:cs typeface="Arial"/>
              </a:defRPr>
            </a:lvl3pPr>
            <a:lvl4pPr algn="l">
              <a:defRPr sz="1800" b="0" i="0">
                <a:solidFill>
                  <a:srgbClr val="F4ECEA"/>
                </a:solidFill>
                <a:latin typeface="Arial"/>
                <a:ea typeface="Arial"/>
                <a:cs typeface="Arial"/>
              </a:defRPr>
            </a:lvl4pPr>
            <a:lvl5pPr algn="l">
              <a:defRPr sz="1800" b="0" i="0">
                <a:solidFill>
                  <a:srgbClr val="F4ECEA"/>
                </a:solidFill>
                <a:latin typeface="Arial"/>
                <a:ea typeface="Arial"/>
                <a:cs typeface="Arial"/>
              </a:defRPr>
            </a:lvl5pPr>
            <a:lvl6pPr algn="l">
              <a:defRPr sz="1800" b="0" i="0">
                <a:solidFill>
                  <a:srgbClr val="F4ECEA"/>
                </a:solidFill>
                <a:latin typeface="Arial"/>
                <a:ea typeface="Arial"/>
                <a:cs typeface="Arial"/>
              </a:defRPr>
            </a:lvl6pPr>
            <a:lvl7pPr algn="l">
              <a:defRPr sz="1800" b="0" i="0">
                <a:solidFill>
                  <a:srgbClr val="F4ECEA"/>
                </a:solidFill>
                <a:latin typeface="Arial"/>
                <a:ea typeface="Arial"/>
                <a:cs typeface="Arial"/>
              </a:defRPr>
            </a:lvl7pPr>
            <a:lvl8pPr algn="l">
              <a:defRPr sz="1800" b="0" i="0">
                <a:solidFill>
                  <a:srgbClr val="F4ECEA"/>
                </a:solidFill>
                <a:latin typeface="Arial"/>
                <a:ea typeface="Arial"/>
                <a:cs typeface="Arial"/>
              </a:defRPr>
            </a:lvl8pPr>
            <a:lvl9pPr algn="l">
              <a:defRPr sz="1800" b="0" i="0">
                <a:solidFill>
                  <a:srgbClr val="F4ECEA"/>
                </a:solidFill>
                <a:latin typeface="Arial"/>
                <a:ea typeface="Arial"/>
                <a:cs typeface="Arial"/>
              </a:defRPr>
            </a:lvl9pPr>
          </a:lstStyle>
          <a:p xmlns:a="http://schemas.openxmlformats.org/drawingml/2006/main">
            <a:pPr algn="l">
              <a:lnSpc>
                <a:spcPct val="102000"/>
              </a:lnSpc>
              <a:buNone/>
              <a:defRPr sz="1800" b="0" i="0">
                <a:solidFill>
                  <a:srgbClr val="F4ECEA"/>
                </a:solidFill>
                <a:latin typeface="Arial"/>
                <a:ea typeface="Arial"/>
                <a:cs typeface="Arial"/>
              </a:defRPr>
            </a:pPr>
            <a:r>
              <a:rPr sz="1800" b="0" i="0">
                <a:solidFill>
                  <a:srgbClr val="F4ECEA"/>
                </a:solidFill>
                <a:latin typeface="Arial"/>
                <a:ea typeface="Arial"/>
                <a:cs typeface="Arial"/>
              </a:rPr>
              <a:t>Hablemos de capacidades, necesidades y posibilidades reales de colaboración.</a:t>
            </a:r>
          </a:p>
        </p:txBody>
      </p:sp>
      <p:sp>
        <p:nvSpPr>
          <p:cNvPr id="9" name="">
            <a:extLst xmlns:a="http://schemas.openxmlformats.org/drawingml/2006/main">
              <a:ext uri="{FF2B5EF4-FFF2-40B4-BE49-F238E27FC236}">
                <a16:creationId xmlns:a16="http://schemas.microsoft.com/office/drawing/2014/main" id="{8C34C883-53DA-46A1-ADCE-FA8F86DAE9E1}"/>
              </a:ext>
            </a:extLst>
          </p:cNvPr>
          <p:cNvSpPr>
            <a:spLocks xmlns:a="http://schemas.openxmlformats.org/drawingml/2006/main" noGrp="1"/>
          </p:cNvSpPr>
          <p:nvPr/>
        </p:nvSpPr>
        <p:spPr>
          <a:xfrm xmlns:a="http://schemas.openxmlformats.org/drawingml/2006/main">
            <a:off x="762000" y="488632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FFFFFF"/>
                </a:solidFill>
                <a:latin typeface="Arial"/>
                <a:ea typeface="Arial"/>
                <a:cs typeface="Arial"/>
              </a:defRPr>
            </a:defPPr>
            <a:lvl1pPr algn="l">
              <a:defRPr sz="1800" b="1" i="0">
                <a:solidFill>
                  <a:srgbClr val="FFFFFF"/>
                </a:solidFill>
                <a:latin typeface="Arial"/>
                <a:ea typeface="Arial"/>
                <a:cs typeface="Arial"/>
              </a:defRPr>
            </a:lvl1pPr>
            <a:lvl2pPr algn="l">
              <a:defRPr sz="1800" b="1" i="0">
                <a:solidFill>
                  <a:srgbClr val="FFFFFF"/>
                </a:solidFill>
                <a:latin typeface="Arial"/>
                <a:ea typeface="Arial"/>
                <a:cs typeface="Arial"/>
              </a:defRPr>
            </a:lvl2pPr>
            <a:lvl3pPr algn="l">
              <a:defRPr sz="1800" b="1" i="0">
                <a:solidFill>
                  <a:srgbClr val="FFFFFF"/>
                </a:solidFill>
                <a:latin typeface="Arial"/>
                <a:ea typeface="Arial"/>
                <a:cs typeface="Arial"/>
              </a:defRPr>
            </a:lvl3pPr>
            <a:lvl4pPr algn="l">
              <a:defRPr sz="1800" b="1" i="0">
                <a:solidFill>
                  <a:srgbClr val="FFFFFF"/>
                </a:solidFill>
                <a:latin typeface="Arial"/>
                <a:ea typeface="Arial"/>
                <a:cs typeface="Arial"/>
              </a:defRPr>
            </a:lvl4pPr>
            <a:lvl5pPr algn="l">
              <a:defRPr sz="1800" b="1" i="0">
                <a:solidFill>
                  <a:srgbClr val="FFFFFF"/>
                </a:solidFill>
                <a:latin typeface="Arial"/>
                <a:ea typeface="Arial"/>
                <a:cs typeface="Arial"/>
              </a:defRPr>
            </a:lvl5pPr>
            <a:lvl6pPr algn="l">
              <a:defRPr sz="1800" b="1" i="0">
                <a:solidFill>
                  <a:srgbClr val="FFFFFF"/>
                </a:solidFill>
                <a:latin typeface="Arial"/>
                <a:ea typeface="Arial"/>
                <a:cs typeface="Arial"/>
              </a:defRPr>
            </a:lvl6pPr>
            <a:lvl7pPr algn="l">
              <a:defRPr sz="1800" b="1" i="0">
                <a:solidFill>
                  <a:srgbClr val="FFFFFF"/>
                </a:solidFill>
                <a:latin typeface="Arial"/>
                <a:ea typeface="Arial"/>
                <a:cs typeface="Arial"/>
              </a:defRPr>
            </a:lvl7pPr>
            <a:lvl8pPr algn="l">
              <a:defRPr sz="1800" b="1" i="0">
                <a:solidFill>
                  <a:srgbClr val="FFFFFF"/>
                </a:solidFill>
                <a:latin typeface="Arial"/>
                <a:ea typeface="Arial"/>
                <a:cs typeface="Arial"/>
              </a:defRPr>
            </a:lvl8pPr>
            <a:lvl9pPr algn="l">
              <a:defRPr sz="1800" b="1" i="0">
                <a:solidFill>
                  <a:srgbClr val="FFFFFF"/>
                </a:solidFill>
                <a:latin typeface="Arial"/>
                <a:ea typeface="Arial"/>
                <a:cs typeface="Arial"/>
              </a:defRPr>
            </a:lvl9pPr>
          </a:lstStyle>
          <a:p xmlns:a="http://schemas.openxmlformats.org/drawingml/2006/main">
            <a:pPr algn="l">
              <a:lnSpc>
                <a:spcPct val="102000"/>
              </a:lnSpc>
              <a:buNone/>
              <a:defRPr sz="1800" b="1" i="0">
                <a:solidFill>
                  <a:srgbClr val="FFFFFF"/>
                </a:solidFill>
                <a:latin typeface="Arial"/>
                <a:ea typeface="Arial"/>
                <a:cs typeface="Arial"/>
              </a:defRPr>
            </a:pPr>
            <a:r>
              <a:rPr sz="1800" b="1" i="0">
                <a:solidFill>
                  <a:srgbClr val="FFFFFF"/>
                </a:solidFill>
                <a:latin typeface="Arial"/>
                <a:ea typeface="Arial"/>
                <a:cs typeface="Arial"/>
              </a:rPr>
              <a:t>trafico@sertranin.com</a:t>
            </a:r>
          </a:p>
        </p:txBody>
      </p:sp>
      <p:sp>
        <p:nvSpPr>
          <p:cNvPr id="10" name="">
            <a:extLst xmlns:a="http://schemas.openxmlformats.org/drawingml/2006/main">
              <a:ext uri="{FF2B5EF4-FFF2-40B4-BE49-F238E27FC236}">
                <a16:creationId xmlns:a16="http://schemas.microsoft.com/office/drawing/2014/main" id="{6159ED15-7434-4AAC-8283-EB4D977B99DB}"/>
              </a:ext>
            </a:extLst>
          </p:cNvPr>
          <p:cNvSpPr>
            <a:spLocks xmlns:a="http://schemas.openxmlformats.org/drawingml/2006/main" noGrp="1"/>
          </p:cNvSpPr>
          <p:nvPr/>
        </p:nvSpPr>
        <p:spPr>
          <a:xfrm xmlns:a="http://schemas.openxmlformats.org/drawingml/2006/main">
            <a:off x="762000" y="5238750"/>
            <a:ext cx="4667250" cy="9525"/>
          </a:xfrm>
          <a:prstGeom xmlns:a="http://schemas.openxmlformats.org/drawingml/2006/main" prst="rect">
            <a:avLst/>
          </a:prstGeom>
          <a:solidFill xmlns:a="http://schemas.openxmlformats.org/drawingml/2006/main">
            <a:srgbClr val="FFFFFF">
              <a:alpha val="60000"/>
            </a:srgbClr>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64EB5D1-A9FE-47D5-8ABD-2E7743B59C69}"/>
              </a:ext>
            </a:extLst>
          </p:cNvPr>
          <p:cNvSpPr>
            <a:spLocks xmlns:a="http://schemas.openxmlformats.org/drawingml/2006/main" noGrp="1"/>
          </p:cNvSpPr>
          <p:nvPr/>
        </p:nvSpPr>
        <p:spPr>
          <a:xfrm xmlns:a="http://schemas.openxmlformats.org/drawingml/2006/main">
            <a:off x="762000" y="5391150"/>
            <a:ext cx="733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i="0">
                <a:solidFill>
                  <a:srgbClr val="FFFFFF"/>
                </a:solidFill>
                <a:latin typeface="Arial"/>
                <a:ea typeface="Arial"/>
                <a:cs typeface="Arial"/>
              </a:defRPr>
            </a:defPPr>
            <a:lvl1pPr algn="l">
              <a:defRPr sz="1650" b="0" i="0">
                <a:solidFill>
                  <a:srgbClr val="FFFFFF"/>
                </a:solidFill>
                <a:latin typeface="Arial"/>
                <a:ea typeface="Arial"/>
                <a:cs typeface="Arial"/>
              </a:defRPr>
            </a:lvl1pPr>
            <a:lvl2pPr algn="l">
              <a:defRPr sz="1650" b="0" i="0">
                <a:solidFill>
                  <a:srgbClr val="FFFFFF"/>
                </a:solidFill>
                <a:latin typeface="Arial"/>
                <a:ea typeface="Arial"/>
                <a:cs typeface="Arial"/>
              </a:defRPr>
            </a:lvl2pPr>
            <a:lvl3pPr algn="l">
              <a:defRPr sz="1650" b="0" i="0">
                <a:solidFill>
                  <a:srgbClr val="FFFFFF"/>
                </a:solidFill>
                <a:latin typeface="Arial"/>
                <a:ea typeface="Arial"/>
                <a:cs typeface="Arial"/>
              </a:defRPr>
            </a:lvl3pPr>
            <a:lvl4pPr algn="l">
              <a:defRPr sz="1650" b="0" i="0">
                <a:solidFill>
                  <a:srgbClr val="FFFFFF"/>
                </a:solidFill>
                <a:latin typeface="Arial"/>
                <a:ea typeface="Arial"/>
                <a:cs typeface="Arial"/>
              </a:defRPr>
            </a:lvl4pPr>
            <a:lvl5pPr algn="l">
              <a:defRPr sz="1650" b="0" i="0">
                <a:solidFill>
                  <a:srgbClr val="FFFFFF"/>
                </a:solidFill>
                <a:latin typeface="Arial"/>
                <a:ea typeface="Arial"/>
                <a:cs typeface="Arial"/>
              </a:defRPr>
            </a:lvl5pPr>
            <a:lvl6pPr algn="l">
              <a:defRPr sz="1650" b="0" i="0">
                <a:solidFill>
                  <a:srgbClr val="FFFFFF"/>
                </a:solidFill>
                <a:latin typeface="Arial"/>
                <a:ea typeface="Arial"/>
                <a:cs typeface="Arial"/>
              </a:defRPr>
            </a:lvl6pPr>
            <a:lvl7pPr algn="l">
              <a:defRPr sz="1650" b="0" i="0">
                <a:solidFill>
                  <a:srgbClr val="FFFFFF"/>
                </a:solidFill>
                <a:latin typeface="Arial"/>
                <a:ea typeface="Arial"/>
                <a:cs typeface="Arial"/>
              </a:defRPr>
            </a:lvl7pPr>
            <a:lvl8pPr algn="l">
              <a:defRPr sz="1650" b="0" i="0">
                <a:solidFill>
                  <a:srgbClr val="FFFFFF"/>
                </a:solidFill>
                <a:latin typeface="Arial"/>
                <a:ea typeface="Arial"/>
                <a:cs typeface="Arial"/>
              </a:defRPr>
            </a:lvl8pPr>
            <a:lvl9pPr algn="l">
              <a:defRPr sz="1650" b="0" i="0">
                <a:solidFill>
                  <a:srgbClr val="FFFFFF"/>
                </a:solidFill>
                <a:latin typeface="Arial"/>
                <a:ea typeface="Arial"/>
                <a:cs typeface="Arial"/>
              </a:defRPr>
            </a:lvl9pPr>
          </a:lstStyle>
          <a:p xmlns:a="http://schemas.openxmlformats.org/drawingml/2006/main">
            <a:pPr algn="l">
              <a:lnSpc>
                <a:spcPct val="102000"/>
              </a:lnSpc>
              <a:buNone/>
              <a:defRPr sz="1650" b="0" i="0">
                <a:solidFill>
                  <a:srgbClr val="FFFFFF"/>
                </a:solidFill>
                <a:latin typeface="Arial"/>
                <a:ea typeface="Arial"/>
                <a:cs typeface="Arial"/>
              </a:defRPr>
            </a:pPr>
            <a:r>
              <a:rPr sz="1650" b="0" i="0">
                <a:solidFill>
                  <a:srgbClr val="FFFFFF"/>
                </a:solidFill>
                <a:latin typeface="Arial"/>
                <a:ea typeface="Arial"/>
                <a:cs typeface="Arial"/>
              </a:rPr>
              <a:t>+34 962 163 161  ·  +34 967 490 565</a:t>
            </a:r>
          </a:p>
        </p:txBody>
      </p:sp>
      <p:sp>
        <p:nvSpPr>
          <p:cNvPr id="12" name="">
            <a:extLst xmlns:a="http://schemas.openxmlformats.org/drawingml/2006/main">
              <a:ext uri="{FF2B5EF4-FFF2-40B4-BE49-F238E27FC236}">
                <a16:creationId xmlns:a16="http://schemas.microsoft.com/office/drawing/2014/main" id="{68EEB181-D305-4E9E-AFDD-DD168FE87C5C}"/>
              </a:ext>
            </a:extLst>
          </p:cNvPr>
          <p:cNvSpPr>
            <a:spLocks xmlns:a="http://schemas.openxmlformats.org/drawingml/2006/main" noGrp="1"/>
          </p:cNvSpPr>
          <p:nvPr/>
        </p:nvSpPr>
        <p:spPr>
          <a:xfrm xmlns:a="http://schemas.openxmlformats.org/drawingml/2006/main">
            <a:off x="762000" y="5857875"/>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FF9DA3"/>
                </a:solidFill>
                <a:latin typeface="Arial"/>
                <a:ea typeface="Arial"/>
                <a:cs typeface="Arial"/>
              </a:defRPr>
            </a:defPPr>
            <a:lvl1pPr algn="l">
              <a:defRPr sz="1575" b="0" i="0">
                <a:solidFill>
                  <a:srgbClr val="FF9DA3"/>
                </a:solidFill>
                <a:latin typeface="Arial"/>
                <a:ea typeface="Arial"/>
                <a:cs typeface="Arial"/>
              </a:defRPr>
            </a:lvl1pPr>
            <a:lvl2pPr algn="l">
              <a:defRPr sz="1575" b="0" i="0">
                <a:solidFill>
                  <a:srgbClr val="FF9DA3"/>
                </a:solidFill>
                <a:latin typeface="Arial"/>
                <a:ea typeface="Arial"/>
                <a:cs typeface="Arial"/>
              </a:defRPr>
            </a:lvl2pPr>
            <a:lvl3pPr algn="l">
              <a:defRPr sz="1575" b="0" i="0">
                <a:solidFill>
                  <a:srgbClr val="FF9DA3"/>
                </a:solidFill>
                <a:latin typeface="Arial"/>
                <a:ea typeface="Arial"/>
                <a:cs typeface="Arial"/>
              </a:defRPr>
            </a:lvl3pPr>
            <a:lvl4pPr algn="l">
              <a:defRPr sz="1575" b="0" i="0">
                <a:solidFill>
                  <a:srgbClr val="FF9DA3"/>
                </a:solidFill>
                <a:latin typeface="Arial"/>
                <a:ea typeface="Arial"/>
                <a:cs typeface="Arial"/>
              </a:defRPr>
            </a:lvl4pPr>
            <a:lvl5pPr algn="l">
              <a:defRPr sz="1575" b="0" i="0">
                <a:solidFill>
                  <a:srgbClr val="FF9DA3"/>
                </a:solidFill>
                <a:latin typeface="Arial"/>
                <a:ea typeface="Arial"/>
                <a:cs typeface="Arial"/>
              </a:defRPr>
            </a:lvl5pPr>
            <a:lvl6pPr algn="l">
              <a:defRPr sz="1575" b="0" i="0">
                <a:solidFill>
                  <a:srgbClr val="FF9DA3"/>
                </a:solidFill>
                <a:latin typeface="Arial"/>
                <a:ea typeface="Arial"/>
                <a:cs typeface="Arial"/>
              </a:defRPr>
            </a:lvl6pPr>
            <a:lvl7pPr algn="l">
              <a:defRPr sz="1575" b="0" i="0">
                <a:solidFill>
                  <a:srgbClr val="FF9DA3"/>
                </a:solidFill>
                <a:latin typeface="Arial"/>
                <a:ea typeface="Arial"/>
                <a:cs typeface="Arial"/>
              </a:defRPr>
            </a:lvl7pPr>
            <a:lvl8pPr algn="l">
              <a:defRPr sz="1575" b="0" i="0">
                <a:solidFill>
                  <a:srgbClr val="FF9DA3"/>
                </a:solidFill>
                <a:latin typeface="Arial"/>
                <a:ea typeface="Arial"/>
                <a:cs typeface="Arial"/>
              </a:defRPr>
            </a:lvl8pPr>
            <a:lvl9pPr algn="l">
              <a:defRPr sz="1575" b="0" i="0">
                <a:solidFill>
                  <a:srgbClr val="FF9DA3"/>
                </a:solidFill>
                <a:latin typeface="Arial"/>
                <a:ea typeface="Arial"/>
                <a:cs typeface="Arial"/>
              </a:defRPr>
            </a:lvl9pPr>
          </a:lstStyle>
          <a:p xmlns:a="http://schemas.openxmlformats.org/drawingml/2006/main">
            <a:pPr algn="l">
              <a:lnSpc>
                <a:spcPct val="102000"/>
              </a:lnSpc>
              <a:buNone/>
              <a:defRPr sz="1575" b="0" i="0">
                <a:solidFill>
                  <a:srgbClr val="FF9DA3"/>
                </a:solidFill>
                <a:latin typeface="Arial"/>
                <a:ea typeface="Arial"/>
                <a:cs typeface="Arial"/>
              </a:defRPr>
            </a:pPr>
            <a:r>
              <a:rPr sz="1575" b="0" i="0">
                <a:solidFill>
                  <a:srgbClr val="FF9DA3"/>
                </a:solidFill>
                <a:latin typeface="Arial"/>
                <a:ea typeface="Arial"/>
                <a:cs typeface="Arial"/>
              </a:rPr>
              <a:t>sertranin-transportes.es</a:t>
            </a:r>
          </a:p>
        </p:txBody>
      </p:sp>
      <p:sp>
        <p:nvSpPr>
          <p:cNvPr id="13" name="">
            <a:extLst xmlns:a="http://schemas.openxmlformats.org/drawingml/2006/main">
              <a:ext uri="{FF2B5EF4-FFF2-40B4-BE49-F238E27FC236}">
                <a16:creationId xmlns:a16="http://schemas.microsoft.com/office/drawing/2014/main" id="{CB5431B1-5163-427B-9D5B-17FAF089178E}"/>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FFFFFF">
              <a:alpha val="35000"/>
            </a:srgbClr>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3A289CA-9346-4D55-9BDE-B2FF0BBD5D45}"/>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0CDCD"/>
                </a:solidFill>
                <a:latin typeface="Arial"/>
                <a:ea typeface="Arial"/>
                <a:cs typeface="Arial"/>
              </a:defRPr>
            </a:defPPr>
            <a:lvl1pPr algn="l">
              <a:defRPr sz="825" b="1" i="0">
                <a:solidFill>
                  <a:srgbClr val="E0CDCD"/>
                </a:solidFill>
                <a:latin typeface="Arial"/>
                <a:ea typeface="Arial"/>
                <a:cs typeface="Arial"/>
              </a:defRPr>
            </a:lvl1pPr>
            <a:lvl2pPr algn="l">
              <a:defRPr sz="825" b="1" i="0">
                <a:solidFill>
                  <a:srgbClr val="E0CDCD"/>
                </a:solidFill>
                <a:latin typeface="Arial"/>
                <a:ea typeface="Arial"/>
                <a:cs typeface="Arial"/>
              </a:defRPr>
            </a:lvl2pPr>
            <a:lvl3pPr algn="l">
              <a:defRPr sz="825" b="1" i="0">
                <a:solidFill>
                  <a:srgbClr val="E0CDCD"/>
                </a:solidFill>
                <a:latin typeface="Arial"/>
                <a:ea typeface="Arial"/>
                <a:cs typeface="Arial"/>
              </a:defRPr>
            </a:lvl3pPr>
            <a:lvl4pPr algn="l">
              <a:defRPr sz="825" b="1" i="0">
                <a:solidFill>
                  <a:srgbClr val="E0CDCD"/>
                </a:solidFill>
                <a:latin typeface="Arial"/>
                <a:ea typeface="Arial"/>
                <a:cs typeface="Arial"/>
              </a:defRPr>
            </a:lvl4pPr>
            <a:lvl5pPr algn="l">
              <a:defRPr sz="825" b="1" i="0">
                <a:solidFill>
                  <a:srgbClr val="E0CDCD"/>
                </a:solidFill>
                <a:latin typeface="Arial"/>
                <a:ea typeface="Arial"/>
                <a:cs typeface="Arial"/>
              </a:defRPr>
            </a:lvl5pPr>
            <a:lvl6pPr algn="l">
              <a:defRPr sz="825" b="1" i="0">
                <a:solidFill>
                  <a:srgbClr val="E0CDCD"/>
                </a:solidFill>
                <a:latin typeface="Arial"/>
                <a:ea typeface="Arial"/>
                <a:cs typeface="Arial"/>
              </a:defRPr>
            </a:lvl6pPr>
            <a:lvl7pPr algn="l">
              <a:defRPr sz="825" b="1" i="0">
                <a:solidFill>
                  <a:srgbClr val="E0CDCD"/>
                </a:solidFill>
                <a:latin typeface="Arial"/>
                <a:ea typeface="Arial"/>
                <a:cs typeface="Arial"/>
              </a:defRPr>
            </a:lvl7pPr>
            <a:lvl8pPr algn="l">
              <a:defRPr sz="825" b="1" i="0">
                <a:solidFill>
                  <a:srgbClr val="E0CDCD"/>
                </a:solidFill>
                <a:latin typeface="Arial"/>
                <a:ea typeface="Arial"/>
                <a:cs typeface="Arial"/>
              </a:defRPr>
            </a:lvl8pPr>
            <a:lvl9pPr algn="l">
              <a:defRPr sz="825" b="1" i="0">
                <a:solidFill>
                  <a:srgbClr val="E0CDCD"/>
                </a:solidFill>
                <a:latin typeface="Arial"/>
                <a:ea typeface="Arial"/>
                <a:cs typeface="Arial"/>
              </a:defRPr>
            </a:lvl9pPr>
          </a:lstStyle>
          <a:p xmlns:a="http://schemas.openxmlformats.org/drawingml/2006/main">
            <a:pPr algn="l">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06 / HABLEMOS</a:t>
            </a:r>
          </a:p>
        </p:txBody>
      </p:sp>
      <p:sp>
        <p:nvSpPr>
          <p:cNvPr id="15" name="">
            <a:extLst xmlns:a="http://schemas.openxmlformats.org/drawingml/2006/main">
              <a:ext uri="{FF2B5EF4-FFF2-40B4-BE49-F238E27FC236}">
                <a16:creationId xmlns:a16="http://schemas.microsoft.com/office/drawing/2014/main" id="{B6624365-63C1-4295-868B-4A0A06361376}"/>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E0CDCD"/>
                </a:solidFill>
                <a:latin typeface="Arial"/>
                <a:ea typeface="Arial"/>
                <a:cs typeface="Arial"/>
              </a:defRPr>
            </a:defPPr>
            <a:lvl1pPr algn="r">
              <a:defRPr sz="825" b="1" i="0">
                <a:solidFill>
                  <a:srgbClr val="E0CDCD"/>
                </a:solidFill>
                <a:latin typeface="Arial"/>
                <a:ea typeface="Arial"/>
                <a:cs typeface="Arial"/>
              </a:defRPr>
            </a:lvl1pPr>
            <a:lvl2pPr algn="r">
              <a:defRPr sz="825" b="1" i="0">
                <a:solidFill>
                  <a:srgbClr val="E0CDCD"/>
                </a:solidFill>
                <a:latin typeface="Arial"/>
                <a:ea typeface="Arial"/>
                <a:cs typeface="Arial"/>
              </a:defRPr>
            </a:lvl2pPr>
            <a:lvl3pPr algn="r">
              <a:defRPr sz="825" b="1" i="0">
                <a:solidFill>
                  <a:srgbClr val="E0CDCD"/>
                </a:solidFill>
                <a:latin typeface="Arial"/>
                <a:ea typeface="Arial"/>
                <a:cs typeface="Arial"/>
              </a:defRPr>
            </a:lvl3pPr>
            <a:lvl4pPr algn="r">
              <a:defRPr sz="825" b="1" i="0">
                <a:solidFill>
                  <a:srgbClr val="E0CDCD"/>
                </a:solidFill>
                <a:latin typeface="Arial"/>
                <a:ea typeface="Arial"/>
                <a:cs typeface="Arial"/>
              </a:defRPr>
            </a:lvl4pPr>
            <a:lvl5pPr algn="r">
              <a:defRPr sz="825" b="1" i="0">
                <a:solidFill>
                  <a:srgbClr val="E0CDCD"/>
                </a:solidFill>
                <a:latin typeface="Arial"/>
                <a:ea typeface="Arial"/>
                <a:cs typeface="Arial"/>
              </a:defRPr>
            </a:lvl5pPr>
            <a:lvl6pPr algn="r">
              <a:defRPr sz="825" b="1" i="0">
                <a:solidFill>
                  <a:srgbClr val="E0CDCD"/>
                </a:solidFill>
                <a:latin typeface="Arial"/>
                <a:ea typeface="Arial"/>
                <a:cs typeface="Arial"/>
              </a:defRPr>
            </a:lvl6pPr>
            <a:lvl7pPr algn="r">
              <a:defRPr sz="825" b="1" i="0">
                <a:solidFill>
                  <a:srgbClr val="E0CDCD"/>
                </a:solidFill>
                <a:latin typeface="Arial"/>
                <a:ea typeface="Arial"/>
                <a:cs typeface="Arial"/>
              </a:defRPr>
            </a:lvl7pPr>
            <a:lvl8pPr algn="r">
              <a:defRPr sz="825" b="1" i="0">
                <a:solidFill>
                  <a:srgbClr val="E0CDCD"/>
                </a:solidFill>
                <a:latin typeface="Arial"/>
                <a:ea typeface="Arial"/>
                <a:cs typeface="Arial"/>
              </a:defRPr>
            </a:lvl8pPr>
            <a:lvl9pPr algn="r">
              <a:defRPr sz="825" b="1" i="0">
                <a:solidFill>
                  <a:srgbClr val="E0CDCD"/>
                </a:solidFill>
                <a:latin typeface="Arial"/>
                <a:ea typeface="Arial"/>
                <a:cs typeface="Arial"/>
              </a:defRPr>
            </a:lvl9pPr>
          </a:lstStyle>
          <a:p xmlns:a="http://schemas.openxmlformats.org/drawingml/2006/main">
            <a:pPr algn="r">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16 / 16</a:t>
            </a:r>
          </a:p>
        </p:txBody>
      </p:sp>
    </p:spTree>
    <p:extLst>
      <p:ext uri="{BB962C8B-B14F-4D97-AF65-F5344CB8AC3E}">
        <p14:creationId xmlns:p14="http://schemas.microsoft.com/office/powerpoint/2010/main" val="6192212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2026-10-25T19:05:17.2670000Z</dcterms:created>
  <dcterms:modified xsi:type="dcterms:W3CDTF">2026-10-25T19:05:17.2670000Z</dcterms:modified>
</coreProperties>
</file>